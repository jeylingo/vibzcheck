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78" r:id="rId7"/>
    <p:sldId id="262" r:id="rId8"/>
    <p:sldId id="275" r:id="rId9"/>
    <p:sldId id="276" r:id="rId10"/>
    <p:sldId id="263" r:id="rId11"/>
    <p:sldId id="264" r:id="rId12"/>
    <p:sldId id="265" r:id="rId13"/>
    <p:sldId id="267" r:id="rId14"/>
    <p:sldId id="266" r:id="rId15"/>
    <p:sldId id="268" r:id="rId16"/>
    <p:sldId id="269" r:id="rId17"/>
    <p:sldId id="270" r:id="rId18"/>
    <p:sldId id="271" r:id="rId19"/>
    <p:sldId id="272" r:id="rId20"/>
    <p:sldId id="273" r:id="rId21"/>
    <p:sldId id="274"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9AE2E7-038B-499A-B0ED-3674A863ABA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6C8C1FA-29AC-4440-A338-0687A07785A4}">
      <dgm:prSet/>
      <dgm:spPr/>
      <dgm:t>
        <a:bodyPr/>
        <a:lstStyle/>
        <a:p>
          <a:r>
            <a:rPr lang="en-US"/>
            <a:t>The Problem: The 'Aux Cord Monopoly'</a:t>
          </a:r>
        </a:p>
      </dgm:t>
    </dgm:pt>
    <dgm:pt modelId="{A56CDCCE-9F8F-493F-9FA1-5202785855E7}" type="parTrans" cxnId="{B7E33E45-FC3B-4121-BFE7-E78D65083A82}">
      <dgm:prSet/>
      <dgm:spPr/>
      <dgm:t>
        <a:bodyPr/>
        <a:lstStyle/>
        <a:p>
          <a:endParaRPr lang="en-US"/>
        </a:p>
      </dgm:t>
    </dgm:pt>
    <dgm:pt modelId="{D031DFC9-5A88-413B-9FFE-1A448BC4C949}" type="sibTrans" cxnId="{B7E33E45-FC3B-4121-BFE7-E78D65083A82}">
      <dgm:prSet/>
      <dgm:spPr/>
      <dgm:t>
        <a:bodyPr/>
        <a:lstStyle/>
        <a:p>
          <a:endParaRPr lang="en-US"/>
        </a:p>
      </dgm:t>
    </dgm:pt>
    <dgm:pt modelId="{11C42A69-3271-4904-9813-44F15AC3E496}">
      <dgm:prSet/>
      <dgm:spPr/>
      <dgm:t>
        <a:bodyPr/>
        <a:lstStyle/>
        <a:p>
          <a:r>
            <a:rPr lang="en-US"/>
            <a:t>- One person controls the music, leaving others out.</a:t>
          </a:r>
        </a:p>
      </dgm:t>
    </dgm:pt>
    <dgm:pt modelId="{3F056E40-E350-479A-BFE2-993185E044B0}" type="parTrans" cxnId="{CD9022EB-B2F2-4BE5-9E48-BB3C12A4FA12}">
      <dgm:prSet/>
      <dgm:spPr/>
      <dgm:t>
        <a:bodyPr/>
        <a:lstStyle/>
        <a:p>
          <a:endParaRPr lang="en-US"/>
        </a:p>
      </dgm:t>
    </dgm:pt>
    <dgm:pt modelId="{77AE1875-78CC-451C-9DCC-07664442B8CA}" type="sibTrans" cxnId="{CD9022EB-B2F2-4BE5-9E48-BB3C12A4FA12}">
      <dgm:prSet/>
      <dgm:spPr/>
      <dgm:t>
        <a:bodyPr/>
        <a:lstStyle/>
        <a:p>
          <a:endParaRPr lang="en-US"/>
        </a:p>
      </dgm:t>
    </dgm:pt>
    <dgm:pt modelId="{18104F0E-7366-432B-B122-D3F4E7DDC8DA}">
      <dgm:prSet/>
      <dgm:spPr/>
      <dgm:t>
        <a:bodyPr/>
        <a:lstStyle/>
        <a:p>
          <a:r>
            <a:rPr lang="en-US"/>
            <a:t>- Lack of democratic queue management in standard apps.</a:t>
          </a:r>
        </a:p>
      </dgm:t>
    </dgm:pt>
    <dgm:pt modelId="{1B8FCE00-BAC9-455B-8F09-D11E510EE7FE}" type="parTrans" cxnId="{70B54D3B-D0AB-4ADA-AA69-FB2CF113340F}">
      <dgm:prSet/>
      <dgm:spPr/>
      <dgm:t>
        <a:bodyPr/>
        <a:lstStyle/>
        <a:p>
          <a:endParaRPr lang="en-US"/>
        </a:p>
      </dgm:t>
    </dgm:pt>
    <dgm:pt modelId="{E8476AF6-4AF1-4D92-9588-2FD5065B181A}" type="sibTrans" cxnId="{70B54D3B-D0AB-4ADA-AA69-FB2CF113340F}">
      <dgm:prSet/>
      <dgm:spPr/>
      <dgm:t>
        <a:bodyPr/>
        <a:lstStyle/>
        <a:p>
          <a:endParaRPr lang="en-US"/>
        </a:p>
      </dgm:t>
    </dgm:pt>
    <dgm:pt modelId="{37F97358-1BC1-405A-BE13-126416B9DEF1}">
      <dgm:prSet/>
      <dgm:spPr/>
      <dgm:t>
        <a:bodyPr/>
        <a:lstStyle/>
        <a:p>
          <a:r>
            <a:rPr lang="en-US"/>
            <a:t>Core Objectives:</a:t>
          </a:r>
        </a:p>
      </dgm:t>
    </dgm:pt>
    <dgm:pt modelId="{670F85B6-C8F7-4A3B-A8F3-4694F39ED5F6}" type="parTrans" cxnId="{CAB8DCC8-7DE7-4A68-B991-A5EC925009E5}">
      <dgm:prSet/>
      <dgm:spPr/>
      <dgm:t>
        <a:bodyPr/>
        <a:lstStyle/>
        <a:p>
          <a:endParaRPr lang="en-US"/>
        </a:p>
      </dgm:t>
    </dgm:pt>
    <dgm:pt modelId="{39D86EA0-E612-4722-BBD2-4A0C4BC007E8}" type="sibTrans" cxnId="{CAB8DCC8-7DE7-4A68-B991-A5EC925009E5}">
      <dgm:prSet/>
      <dgm:spPr/>
      <dgm:t>
        <a:bodyPr/>
        <a:lstStyle/>
        <a:p>
          <a:endParaRPr lang="en-US"/>
        </a:p>
      </dgm:t>
    </dgm:pt>
    <dgm:pt modelId="{75C3F4FF-7210-4201-A320-B68DBEEB16FC}">
      <dgm:prSet/>
      <dgm:spPr/>
      <dgm:t>
        <a:bodyPr/>
        <a:lstStyle/>
        <a:p>
          <a:r>
            <a:rPr lang="en-US"/>
            <a:t>- Inputs: User votes, search queries (iTunes API), chat messages.</a:t>
          </a:r>
        </a:p>
      </dgm:t>
    </dgm:pt>
    <dgm:pt modelId="{F45E7757-0395-4BB3-95EA-02F58FAD7B2E}" type="parTrans" cxnId="{C455C705-8A9A-4C46-BE0A-E4DA43CA64EC}">
      <dgm:prSet/>
      <dgm:spPr/>
      <dgm:t>
        <a:bodyPr/>
        <a:lstStyle/>
        <a:p>
          <a:endParaRPr lang="en-US"/>
        </a:p>
      </dgm:t>
    </dgm:pt>
    <dgm:pt modelId="{4086BBB2-85F7-491A-BAAC-5F32B8FFEC50}" type="sibTrans" cxnId="{C455C705-8A9A-4C46-BE0A-E4DA43CA64EC}">
      <dgm:prSet/>
      <dgm:spPr/>
      <dgm:t>
        <a:bodyPr/>
        <a:lstStyle/>
        <a:p>
          <a:endParaRPr lang="en-US"/>
        </a:p>
      </dgm:t>
    </dgm:pt>
    <dgm:pt modelId="{36F7AF7A-61A2-40E5-AE66-AB61ABA5BC2F}">
      <dgm:prSet/>
      <dgm:spPr/>
      <dgm:t>
        <a:bodyPr/>
        <a:lstStyle/>
        <a:p>
          <a:r>
            <a:rPr lang="en-US"/>
            <a:t>- Outputs: Live synchronized queue, 30s audio previews, dynamic recommendations.</a:t>
          </a:r>
        </a:p>
      </dgm:t>
    </dgm:pt>
    <dgm:pt modelId="{876BD8CF-055D-431B-969E-B8A137B79A3D}" type="parTrans" cxnId="{5D118DB7-0E1A-4347-9A2E-A33EB2D1711F}">
      <dgm:prSet/>
      <dgm:spPr/>
      <dgm:t>
        <a:bodyPr/>
        <a:lstStyle/>
        <a:p>
          <a:endParaRPr lang="en-US"/>
        </a:p>
      </dgm:t>
    </dgm:pt>
    <dgm:pt modelId="{251AB4FC-BA81-4967-B66E-7108A8B384BF}" type="sibTrans" cxnId="{5D118DB7-0E1A-4347-9A2E-A33EB2D1711F}">
      <dgm:prSet/>
      <dgm:spPr/>
      <dgm:t>
        <a:bodyPr/>
        <a:lstStyle/>
        <a:p>
          <a:endParaRPr lang="en-US"/>
        </a:p>
      </dgm:t>
    </dgm:pt>
    <dgm:pt modelId="{A28D1C50-7D46-4971-82B6-546CDD0A745C}" type="pres">
      <dgm:prSet presAssocID="{749AE2E7-038B-499A-B0ED-3674A863ABAC}" presName="root" presStyleCnt="0">
        <dgm:presLayoutVars>
          <dgm:dir/>
          <dgm:resizeHandles val="exact"/>
        </dgm:presLayoutVars>
      </dgm:prSet>
      <dgm:spPr/>
    </dgm:pt>
    <dgm:pt modelId="{24771EA6-9C34-43B4-96FA-60F44C99168C}" type="pres">
      <dgm:prSet presAssocID="{26C8C1FA-29AC-4440-A338-0687A07785A4}" presName="compNode" presStyleCnt="0"/>
      <dgm:spPr/>
    </dgm:pt>
    <dgm:pt modelId="{81A48DA9-4E25-43EB-A5F3-A6CE6FCF119B}" type="pres">
      <dgm:prSet presAssocID="{26C8C1FA-29AC-4440-A338-0687A07785A4}" presName="bgRect" presStyleLbl="bgShp" presStyleIdx="0" presStyleCnt="6"/>
      <dgm:spPr/>
    </dgm:pt>
    <dgm:pt modelId="{801FD720-2A2F-4115-9C77-0CBD3E6D4929}" type="pres">
      <dgm:prSet presAssocID="{26C8C1FA-29AC-4440-A338-0687A07785A4}"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lectric Car"/>
        </a:ext>
      </dgm:extLst>
    </dgm:pt>
    <dgm:pt modelId="{14139ABE-F368-429D-8D7A-29CAF9D6A6BD}" type="pres">
      <dgm:prSet presAssocID="{26C8C1FA-29AC-4440-A338-0687A07785A4}" presName="spaceRect" presStyleCnt="0"/>
      <dgm:spPr/>
    </dgm:pt>
    <dgm:pt modelId="{D126DEA2-CFDD-4FC9-A17B-FB82F06E9A48}" type="pres">
      <dgm:prSet presAssocID="{26C8C1FA-29AC-4440-A338-0687A07785A4}" presName="parTx" presStyleLbl="revTx" presStyleIdx="0" presStyleCnt="6">
        <dgm:presLayoutVars>
          <dgm:chMax val="0"/>
          <dgm:chPref val="0"/>
        </dgm:presLayoutVars>
      </dgm:prSet>
      <dgm:spPr/>
    </dgm:pt>
    <dgm:pt modelId="{4A87F2D6-75DB-4506-9329-1D715C141CF9}" type="pres">
      <dgm:prSet presAssocID="{D031DFC9-5A88-413B-9FFE-1A448BC4C949}" presName="sibTrans" presStyleCnt="0"/>
      <dgm:spPr/>
    </dgm:pt>
    <dgm:pt modelId="{B4F878AF-2FB4-4A89-B617-9B568E214D6B}" type="pres">
      <dgm:prSet presAssocID="{11C42A69-3271-4904-9813-44F15AC3E496}" presName="compNode" presStyleCnt="0"/>
      <dgm:spPr/>
    </dgm:pt>
    <dgm:pt modelId="{347963F9-AB7C-49E3-B771-882FFFB94D73}" type="pres">
      <dgm:prSet presAssocID="{11C42A69-3271-4904-9813-44F15AC3E496}" presName="bgRect" presStyleLbl="bgShp" presStyleIdx="1" presStyleCnt="6"/>
      <dgm:spPr/>
    </dgm:pt>
    <dgm:pt modelId="{0D9B2DEB-4084-4A88-A992-2FBFC1DEA15E}" type="pres">
      <dgm:prSet presAssocID="{11C42A69-3271-4904-9813-44F15AC3E496}"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ic"/>
        </a:ext>
      </dgm:extLst>
    </dgm:pt>
    <dgm:pt modelId="{071D0714-705F-4968-9EE4-B98B22D1EF6E}" type="pres">
      <dgm:prSet presAssocID="{11C42A69-3271-4904-9813-44F15AC3E496}" presName="spaceRect" presStyleCnt="0"/>
      <dgm:spPr/>
    </dgm:pt>
    <dgm:pt modelId="{EA6887AA-0DE0-499F-AB5B-7D279BFB2235}" type="pres">
      <dgm:prSet presAssocID="{11C42A69-3271-4904-9813-44F15AC3E496}" presName="parTx" presStyleLbl="revTx" presStyleIdx="1" presStyleCnt="6">
        <dgm:presLayoutVars>
          <dgm:chMax val="0"/>
          <dgm:chPref val="0"/>
        </dgm:presLayoutVars>
      </dgm:prSet>
      <dgm:spPr/>
    </dgm:pt>
    <dgm:pt modelId="{2DED0894-9D1F-433A-8F75-1AFF77C4E874}" type="pres">
      <dgm:prSet presAssocID="{77AE1875-78CC-451C-9DCC-07664442B8CA}" presName="sibTrans" presStyleCnt="0"/>
      <dgm:spPr/>
    </dgm:pt>
    <dgm:pt modelId="{341BD244-BB7E-4E89-B200-1136057D633E}" type="pres">
      <dgm:prSet presAssocID="{18104F0E-7366-432B-B122-D3F4E7DDC8DA}" presName="compNode" presStyleCnt="0"/>
      <dgm:spPr/>
    </dgm:pt>
    <dgm:pt modelId="{2C4405B7-603E-44DE-A0EC-7AEBB294C0CD}" type="pres">
      <dgm:prSet presAssocID="{18104F0E-7366-432B-B122-D3F4E7DDC8DA}" presName="bgRect" presStyleLbl="bgShp" presStyleIdx="2" presStyleCnt="6"/>
      <dgm:spPr/>
    </dgm:pt>
    <dgm:pt modelId="{123693F5-6CB0-4968-8222-8EF88056A85A}" type="pres">
      <dgm:prSet presAssocID="{18104F0E-7366-432B-B122-D3F4E7DDC8DA}"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ierarchy"/>
        </a:ext>
      </dgm:extLst>
    </dgm:pt>
    <dgm:pt modelId="{C993A4BF-F6D5-45F1-AB46-3C4344D8F379}" type="pres">
      <dgm:prSet presAssocID="{18104F0E-7366-432B-B122-D3F4E7DDC8DA}" presName="spaceRect" presStyleCnt="0"/>
      <dgm:spPr/>
    </dgm:pt>
    <dgm:pt modelId="{3F1C03C5-ABB2-4E6A-95C9-C9243C0A412E}" type="pres">
      <dgm:prSet presAssocID="{18104F0E-7366-432B-B122-D3F4E7DDC8DA}" presName="parTx" presStyleLbl="revTx" presStyleIdx="2" presStyleCnt="6">
        <dgm:presLayoutVars>
          <dgm:chMax val="0"/>
          <dgm:chPref val="0"/>
        </dgm:presLayoutVars>
      </dgm:prSet>
      <dgm:spPr/>
    </dgm:pt>
    <dgm:pt modelId="{1CE309DA-2B5C-47B3-ACDD-C731015958EB}" type="pres">
      <dgm:prSet presAssocID="{E8476AF6-4AF1-4D92-9588-2FD5065B181A}" presName="sibTrans" presStyleCnt="0"/>
      <dgm:spPr/>
    </dgm:pt>
    <dgm:pt modelId="{EDEBDA31-DA8D-4B1A-9CAE-D8FFB3939D36}" type="pres">
      <dgm:prSet presAssocID="{37F97358-1BC1-405A-BE13-126416B9DEF1}" presName="compNode" presStyleCnt="0"/>
      <dgm:spPr/>
    </dgm:pt>
    <dgm:pt modelId="{25DA86F2-43D3-44AD-BF67-801E15B889B9}" type="pres">
      <dgm:prSet presAssocID="{37F97358-1BC1-405A-BE13-126416B9DEF1}" presName="bgRect" presStyleLbl="bgShp" presStyleIdx="3" presStyleCnt="6"/>
      <dgm:spPr/>
    </dgm:pt>
    <dgm:pt modelId="{6F3DE80D-6EE8-44AD-BC38-7732A31FA4A9}" type="pres">
      <dgm:prSet presAssocID="{37F97358-1BC1-405A-BE13-126416B9DEF1}"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DC8303AB-C20B-4BF8-B3E8-FF1CDEBBB41D}" type="pres">
      <dgm:prSet presAssocID="{37F97358-1BC1-405A-BE13-126416B9DEF1}" presName="spaceRect" presStyleCnt="0"/>
      <dgm:spPr/>
    </dgm:pt>
    <dgm:pt modelId="{C1062513-90B6-47AA-AFF4-8818150675F1}" type="pres">
      <dgm:prSet presAssocID="{37F97358-1BC1-405A-BE13-126416B9DEF1}" presName="parTx" presStyleLbl="revTx" presStyleIdx="3" presStyleCnt="6">
        <dgm:presLayoutVars>
          <dgm:chMax val="0"/>
          <dgm:chPref val="0"/>
        </dgm:presLayoutVars>
      </dgm:prSet>
      <dgm:spPr/>
    </dgm:pt>
    <dgm:pt modelId="{31396DC5-5776-45F5-952E-5213AEF0D15A}" type="pres">
      <dgm:prSet presAssocID="{39D86EA0-E612-4722-BBD2-4A0C4BC007E8}" presName="sibTrans" presStyleCnt="0"/>
      <dgm:spPr/>
    </dgm:pt>
    <dgm:pt modelId="{AD87CF8F-D1E0-4657-81FB-4049301B18DC}" type="pres">
      <dgm:prSet presAssocID="{75C3F4FF-7210-4201-A320-B68DBEEB16FC}" presName="compNode" presStyleCnt="0"/>
      <dgm:spPr/>
    </dgm:pt>
    <dgm:pt modelId="{94AC4191-C969-4537-A33E-1AF1B59C58DA}" type="pres">
      <dgm:prSet presAssocID="{75C3F4FF-7210-4201-A320-B68DBEEB16FC}" presName="bgRect" presStyleLbl="bgShp" presStyleIdx="4" presStyleCnt="6"/>
      <dgm:spPr/>
    </dgm:pt>
    <dgm:pt modelId="{767C7948-FB0C-46BC-81C5-FC9D880BDAD3}" type="pres">
      <dgm:prSet presAssocID="{75C3F4FF-7210-4201-A320-B68DBEEB16FC}"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odcast"/>
        </a:ext>
      </dgm:extLst>
    </dgm:pt>
    <dgm:pt modelId="{9974F800-2FEE-4C1A-B72E-167C01616C8F}" type="pres">
      <dgm:prSet presAssocID="{75C3F4FF-7210-4201-A320-B68DBEEB16FC}" presName="spaceRect" presStyleCnt="0"/>
      <dgm:spPr/>
    </dgm:pt>
    <dgm:pt modelId="{2A738E2D-810E-4801-B1FD-8EB91CE97332}" type="pres">
      <dgm:prSet presAssocID="{75C3F4FF-7210-4201-A320-B68DBEEB16FC}" presName="parTx" presStyleLbl="revTx" presStyleIdx="4" presStyleCnt="6">
        <dgm:presLayoutVars>
          <dgm:chMax val="0"/>
          <dgm:chPref val="0"/>
        </dgm:presLayoutVars>
      </dgm:prSet>
      <dgm:spPr/>
    </dgm:pt>
    <dgm:pt modelId="{37E50509-482A-4C85-9D2A-7C782E02B9A9}" type="pres">
      <dgm:prSet presAssocID="{4086BBB2-85F7-491A-BAAC-5F32B8FFEC50}" presName="sibTrans" presStyleCnt="0"/>
      <dgm:spPr/>
    </dgm:pt>
    <dgm:pt modelId="{3EB05B62-2483-4275-877B-84C860F4E126}" type="pres">
      <dgm:prSet presAssocID="{36F7AF7A-61A2-40E5-AE66-AB61ABA5BC2F}" presName="compNode" presStyleCnt="0"/>
      <dgm:spPr/>
    </dgm:pt>
    <dgm:pt modelId="{16CEF661-76BA-4ED3-A189-CB7B08485CE0}" type="pres">
      <dgm:prSet presAssocID="{36F7AF7A-61A2-40E5-AE66-AB61ABA5BC2F}" presName="bgRect" presStyleLbl="bgShp" presStyleIdx="5" presStyleCnt="6"/>
      <dgm:spPr/>
    </dgm:pt>
    <dgm:pt modelId="{597800DE-B66B-4A45-8539-8A060F594936}" type="pres">
      <dgm:prSet presAssocID="{36F7AF7A-61A2-40E5-AE66-AB61ABA5BC2F}"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3340A3B1-C90F-4BFE-8562-8EB350BC081E}" type="pres">
      <dgm:prSet presAssocID="{36F7AF7A-61A2-40E5-AE66-AB61ABA5BC2F}" presName="spaceRect" presStyleCnt="0"/>
      <dgm:spPr/>
    </dgm:pt>
    <dgm:pt modelId="{04E845A8-E020-4126-B80A-C5878C1A2818}" type="pres">
      <dgm:prSet presAssocID="{36F7AF7A-61A2-40E5-AE66-AB61ABA5BC2F}" presName="parTx" presStyleLbl="revTx" presStyleIdx="5" presStyleCnt="6">
        <dgm:presLayoutVars>
          <dgm:chMax val="0"/>
          <dgm:chPref val="0"/>
        </dgm:presLayoutVars>
      </dgm:prSet>
      <dgm:spPr/>
    </dgm:pt>
  </dgm:ptLst>
  <dgm:cxnLst>
    <dgm:cxn modelId="{C455C705-8A9A-4C46-BE0A-E4DA43CA64EC}" srcId="{749AE2E7-038B-499A-B0ED-3674A863ABAC}" destId="{75C3F4FF-7210-4201-A320-B68DBEEB16FC}" srcOrd="4" destOrd="0" parTransId="{F45E7757-0395-4BB3-95EA-02F58FAD7B2E}" sibTransId="{4086BBB2-85F7-491A-BAAC-5F32B8FFEC50}"/>
    <dgm:cxn modelId="{6100320F-FF7A-4FE8-A410-83215A815C58}" type="presOf" srcId="{75C3F4FF-7210-4201-A320-B68DBEEB16FC}" destId="{2A738E2D-810E-4801-B1FD-8EB91CE97332}" srcOrd="0" destOrd="0" presId="urn:microsoft.com/office/officeart/2018/2/layout/IconVerticalSolidList"/>
    <dgm:cxn modelId="{5EE83330-6968-419D-B9B5-4030AA59A9AD}" type="presOf" srcId="{26C8C1FA-29AC-4440-A338-0687A07785A4}" destId="{D126DEA2-CFDD-4FC9-A17B-FB82F06E9A48}" srcOrd="0" destOrd="0" presId="urn:microsoft.com/office/officeart/2018/2/layout/IconVerticalSolidList"/>
    <dgm:cxn modelId="{70B54D3B-D0AB-4ADA-AA69-FB2CF113340F}" srcId="{749AE2E7-038B-499A-B0ED-3674A863ABAC}" destId="{18104F0E-7366-432B-B122-D3F4E7DDC8DA}" srcOrd="2" destOrd="0" parTransId="{1B8FCE00-BAC9-455B-8F09-D11E510EE7FE}" sibTransId="{E8476AF6-4AF1-4D92-9588-2FD5065B181A}"/>
    <dgm:cxn modelId="{B7E33E45-FC3B-4121-BFE7-E78D65083A82}" srcId="{749AE2E7-038B-499A-B0ED-3674A863ABAC}" destId="{26C8C1FA-29AC-4440-A338-0687A07785A4}" srcOrd="0" destOrd="0" parTransId="{A56CDCCE-9F8F-493F-9FA1-5202785855E7}" sibTransId="{D031DFC9-5A88-413B-9FFE-1A448BC4C949}"/>
    <dgm:cxn modelId="{4851B265-F079-438C-9AAA-4B810256980F}" type="presOf" srcId="{36F7AF7A-61A2-40E5-AE66-AB61ABA5BC2F}" destId="{04E845A8-E020-4126-B80A-C5878C1A2818}" srcOrd="0" destOrd="0" presId="urn:microsoft.com/office/officeart/2018/2/layout/IconVerticalSolidList"/>
    <dgm:cxn modelId="{5ACB8152-CC94-4DBA-A15A-8F00067FC3C1}" type="presOf" srcId="{749AE2E7-038B-499A-B0ED-3674A863ABAC}" destId="{A28D1C50-7D46-4971-82B6-546CDD0A745C}" srcOrd="0" destOrd="0" presId="urn:microsoft.com/office/officeart/2018/2/layout/IconVerticalSolidList"/>
    <dgm:cxn modelId="{5D118DB7-0E1A-4347-9A2E-A33EB2D1711F}" srcId="{749AE2E7-038B-499A-B0ED-3674A863ABAC}" destId="{36F7AF7A-61A2-40E5-AE66-AB61ABA5BC2F}" srcOrd="5" destOrd="0" parTransId="{876BD8CF-055D-431B-969E-B8A137B79A3D}" sibTransId="{251AB4FC-BA81-4967-B66E-7108A8B384BF}"/>
    <dgm:cxn modelId="{CAB8DCC8-7DE7-4A68-B991-A5EC925009E5}" srcId="{749AE2E7-038B-499A-B0ED-3674A863ABAC}" destId="{37F97358-1BC1-405A-BE13-126416B9DEF1}" srcOrd="3" destOrd="0" parTransId="{670F85B6-C8F7-4A3B-A8F3-4694F39ED5F6}" sibTransId="{39D86EA0-E612-4722-BBD2-4A0C4BC007E8}"/>
    <dgm:cxn modelId="{729987D5-A8C3-404D-BD21-897E9485D104}" type="presOf" srcId="{18104F0E-7366-432B-B122-D3F4E7DDC8DA}" destId="{3F1C03C5-ABB2-4E6A-95C9-C9243C0A412E}" srcOrd="0" destOrd="0" presId="urn:microsoft.com/office/officeart/2018/2/layout/IconVerticalSolidList"/>
    <dgm:cxn modelId="{60A129E5-E8EB-43E9-846C-B5D3EC997776}" type="presOf" srcId="{37F97358-1BC1-405A-BE13-126416B9DEF1}" destId="{C1062513-90B6-47AA-AFF4-8818150675F1}" srcOrd="0" destOrd="0" presId="urn:microsoft.com/office/officeart/2018/2/layout/IconVerticalSolidList"/>
    <dgm:cxn modelId="{CD9022EB-B2F2-4BE5-9E48-BB3C12A4FA12}" srcId="{749AE2E7-038B-499A-B0ED-3674A863ABAC}" destId="{11C42A69-3271-4904-9813-44F15AC3E496}" srcOrd="1" destOrd="0" parTransId="{3F056E40-E350-479A-BFE2-993185E044B0}" sibTransId="{77AE1875-78CC-451C-9DCC-07664442B8CA}"/>
    <dgm:cxn modelId="{BF1CDDED-5FB8-45FD-A53A-C6F0F4DABAEE}" type="presOf" srcId="{11C42A69-3271-4904-9813-44F15AC3E496}" destId="{EA6887AA-0DE0-499F-AB5B-7D279BFB2235}" srcOrd="0" destOrd="0" presId="urn:microsoft.com/office/officeart/2018/2/layout/IconVerticalSolidList"/>
    <dgm:cxn modelId="{68776FAB-40B0-41FF-9197-F15BF7F61515}" type="presParOf" srcId="{A28D1C50-7D46-4971-82B6-546CDD0A745C}" destId="{24771EA6-9C34-43B4-96FA-60F44C99168C}" srcOrd="0" destOrd="0" presId="urn:microsoft.com/office/officeart/2018/2/layout/IconVerticalSolidList"/>
    <dgm:cxn modelId="{EBEA2CBD-99F4-4EC6-B653-BE9D04ABCD8D}" type="presParOf" srcId="{24771EA6-9C34-43B4-96FA-60F44C99168C}" destId="{81A48DA9-4E25-43EB-A5F3-A6CE6FCF119B}" srcOrd="0" destOrd="0" presId="urn:microsoft.com/office/officeart/2018/2/layout/IconVerticalSolidList"/>
    <dgm:cxn modelId="{09170432-BC29-4D15-838F-7685FCE77D5B}" type="presParOf" srcId="{24771EA6-9C34-43B4-96FA-60F44C99168C}" destId="{801FD720-2A2F-4115-9C77-0CBD3E6D4929}" srcOrd="1" destOrd="0" presId="urn:microsoft.com/office/officeart/2018/2/layout/IconVerticalSolidList"/>
    <dgm:cxn modelId="{F9B81DF4-AEE8-4942-A77E-2C35695D70F2}" type="presParOf" srcId="{24771EA6-9C34-43B4-96FA-60F44C99168C}" destId="{14139ABE-F368-429D-8D7A-29CAF9D6A6BD}" srcOrd="2" destOrd="0" presId="urn:microsoft.com/office/officeart/2018/2/layout/IconVerticalSolidList"/>
    <dgm:cxn modelId="{53020CA9-B411-4B98-8390-6C4700A4361C}" type="presParOf" srcId="{24771EA6-9C34-43B4-96FA-60F44C99168C}" destId="{D126DEA2-CFDD-4FC9-A17B-FB82F06E9A48}" srcOrd="3" destOrd="0" presId="urn:microsoft.com/office/officeart/2018/2/layout/IconVerticalSolidList"/>
    <dgm:cxn modelId="{0EFE74DB-310A-4938-8E8F-110230801564}" type="presParOf" srcId="{A28D1C50-7D46-4971-82B6-546CDD0A745C}" destId="{4A87F2D6-75DB-4506-9329-1D715C141CF9}" srcOrd="1" destOrd="0" presId="urn:microsoft.com/office/officeart/2018/2/layout/IconVerticalSolidList"/>
    <dgm:cxn modelId="{D74A07AA-5D88-4AE6-92C8-FFB6494C84E2}" type="presParOf" srcId="{A28D1C50-7D46-4971-82B6-546CDD0A745C}" destId="{B4F878AF-2FB4-4A89-B617-9B568E214D6B}" srcOrd="2" destOrd="0" presId="urn:microsoft.com/office/officeart/2018/2/layout/IconVerticalSolidList"/>
    <dgm:cxn modelId="{07F54A61-E1E4-4B40-A75B-F1AA9B0B2581}" type="presParOf" srcId="{B4F878AF-2FB4-4A89-B617-9B568E214D6B}" destId="{347963F9-AB7C-49E3-B771-882FFFB94D73}" srcOrd="0" destOrd="0" presId="urn:microsoft.com/office/officeart/2018/2/layout/IconVerticalSolidList"/>
    <dgm:cxn modelId="{0BB57D9E-F34F-44C6-A779-56C78432AE38}" type="presParOf" srcId="{B4F878AF-2FB4-4A89-B617-9B568E214D6B}" destId="{0D9B2DEB-4084-4A88-A992-2FBFC1DEA15E}" srcOrd="1" destOrd="0" presId="urn:microsoft.com/office/officeart/2018/2/layout/IconVerticalSolidList"/>
    <dgm:cxn modelId="{E6CDEA5A-9C91-4235-B383-60AAD19200B4}" type="presParOf" srcId="{B4F878AF-2FB4-4A89-B617-9B568E214D6B}" destId="{071D0714-705F-4968-9EE4-B98B22D1EF6E}" srcOrd="2" destOrd="0" presId="urn:microsoft.com/office/officeart/2018/2/layout/IconVerticalSolidList"/>
    <dgm:cxn modelId="{9FEF16FA-3F79-4303-B0C0-ABB090C7F866}" type="presParOf" srcId="{B4F878AF-2FB4-4A89-B617-9B568E214D6B}" destId="{EA6887AA-0DE0-499F-AB5B-7D279BFB2235}" srcOrd="3" destOrd="0" presId="urn:microsoft.com/office/officeart/2018/2/layout/IconVerticalSolidList"/>
    <dgm:cxn modelId="{ABBC052D-6BCC-48B5-A6AE-8E6DE2C00A60}" type="presParOf" srcId="{A28D1C50-7D46-4971-82B6-546CDD0A745C}" destId="{2DED0894-9D1F-433A-8F75-1AFF77C4E874}" srcOrd="3" destOrd="0" presId="urn:microsoft.com/office/officeart/2018/2/layout/IconVerticalSolidList"/>
    <dgm:cxn modelId="{6F573FEA-75B6-4F72-8A83-7E19A7EC53A0}" type="presParOf" srcId="{A28D1C50-7D46-4971-82B6-546CDD0A745C}" destId="{341BD244-BB7E-4E89-B200-1136057D633E}" srcOrd="4" destOrd="0" presId="urn:microsoft.com/office/officeart/2018/2/layout/IconVerticalSolidList"/>
    <dgm:cxn modelId="{D6BD4367-281F-43F0-AD87-73E5F92116C6}" type="presParOf" srcId="{341BD244-BB7E-4E89-B200-1136057D633E}" destId="{2C4405B7-603E-44DE-A0EC-7AEBB294C0CD}" srcOrd="0" destOrd="0" presId="urn:microsoft.com/office/officeart/2018/2/layout/IconVerticalSolidList"/>
    <dgm:cxn modelId="{CC806D8F-AE7B-4DD1-9D2E-B23D80306892}" type="presParOf" srcId="{341BD244-BB7E-4E89-B200-1136057D633E}" destId="{123693F5-6CB0-4968-8222-8EF88056A85A}" srcOrd="1" destOrd="0" presId="urn:microsoft.com/office/officeart/2018/2/layout/IconVerticalSolidList"/>
    <dgm:cxn modelId="{48072872-A76D-4595-82A6-4F6E482C528F}" type="presParOf" srcId="{341BD244-BB7E-4E89-B200-1136057D633E}" destId="{C993A4BF-F6D5-45F1-AB46-3C4344D8F379}" srcOrd="2" destOrd="0" presId="urn:microsoft.com/office/officeart/2018/2/layout/IconVerticalSolidList"/>
    <dgm:cxn modelId="{0E70BBA4-7A7C-4687-9BF2-ADD8809C902B}" type="presParOf" srcId="{341BD244-BB7E-4E89-B200-1136057D633E}" destId="{3F1C03C5-ABB2-4E6A-95C9-C9243C0A412E}" srcOrd="3" destOrd="0" presId="urn:microsoft.com/office/officeart/2018/2/layout/IconVerticalSolidList"/>
    <dgm:cxn modelId="{B069BDE6-3D83-48C0-86DF-E0E6DA79623E}" type="presParOf" srcId="{A28D1C50-7D46-4971-82B6-546CDD0A745C}" destId="{1CE309DA-2B5C-47B3-ACDD-C731015958EB}" srcOrd="5" destOrd="0" presId="urn:microsoft.com/office/officeart/2018/2/layout/IconVerticalSolidList"/>
    <dgm:cxn modelId="{809CF808-2222-4ACC-96F8-386C214CA09C}" type="presParOf" srcId="{A28D1C50-7D46-4971-82B6-546CDD0A745C}" destId="{EDEBDA31-DA8D-4B1A-9CAE-D8FFB3939D36}" srcOrd="6" destOrd="0" presId="urn:microsoft.com/office/officeart/2018/2/layout/IconVerticalSolidList"/>
    <dgm:cxn modelId="{AC3C3879-7396-472F-8D4E-97A30E336446}" type="presParOf" srcId="{EDEBDA31-DA8D-4B1A-9CAE-D8FFB3939D36}" destId="{25DA86F2-43D3-44AD-BF67-801E15B889B9}" srcOrd="0" destOrd="0" presId="urn:microsoft.com/office/officeart/2018/2/layout/IconVerticalSolidList"/>
    <dgm:cxn modelId="{5E4838FC-2055-4605-9C1F-AF7920BA6A10}" type="presParOf" srcId="{EDEBDA31-DA8D-4B1A-9CAE-D8FFB3939D36}" destId="{6F3DE80D-6EE8-44AD-BC38-7732A31FA4A9}" srcOrd="1" destOrd="0" presId="urn:microsoft.com/office/officeart/2018/2/layout/IconVerticalSolidList"/>
    <dgm:cxn modelId="{95C06CA2-6601-4EB1-807A-FA3F10DAE1A6}" type="presParOf" srcId="{EDEBDA31-DA8D-4B1A-9CAE-D8FFB3939D36}" destId="{DC8303AB-C20B-4BF8-B3E8-FF1CDEBBB41D}" srcOrd="2" destOrd="0" presId="urn:microsoft.com/office/officeart/2018/2/layout/IconVerticalSolidList"/>
    <dgm:cxn modelId="{93DB4A8D-B50F-4CB1-9AFF-F27B878FFCFF}" type="presParOf" srcId="{EDEBDA31-DA8D-4B1A-9CAE-D8FFB3939D36}" destId="{C1062513-90B6-47AA-AFF4-8818150675F1}" srcOrd="3" destOrd="0" presId="urn:microsoft.com/office/officeart/2018/2/layout/IconVerticalSolidList"/>
    <dgm:cxn modelId="{66F216A5-3234-41BD-8E3E-D0B4C302C3D8}" type="presParOf" srcId="{A28D1C50-7D46-4971-82B6-546CDD0A745C}" destId="{31396DC5-5776-45F5-952E-5213AEF0D15A}" srcOrd="7" destOrd="0" presId="urn:microsoft.com/office/officeart/2018/2/layout/IconVerticalSolidList"/>
    <dgm:cxn modelId="{C0FF0154-DE60-4AF6-8876-535416D7301A}" type="presParOf" srcId="{A28D1C50-7D46-4971-82B6-546CDD0A745C}" destId="{AD87CF8F-D1E0-4657-81FB-4049301B18DC}" srcOrd="8" destOrd="0" presId="urn:microsoft.com/office/officeart/2018/2/layout/IconVerticalSolidList"/>
    <dgm:cxn modelId="{32B2D866-1AD6-49D3-949F-996CDE3E712E}" type="presParOf" srcId="{AD87CF8F-D1E0-4657-81FB-4049301B18DC}" destId="{94AC4191-C969-4537-A33E-1AF1B59C58DA}" srcOrd="0" destOrd="0" presId="urn:microsoft.com/office/officeart/2018/2/layout/IconVerticalSolidList"/>
    <dgm:cxn modelId="{C48D9C07-3F94-47B1-AD4C-8259C3A71A51}" type="presParOf" srcId="{AD87CF8F-D1E0-4657-81FB-4049301B18DC}" destId="{767C7948-FB0C-46BC-81C5-FC9D880BDAD3}" srcOrd="1" destOrd="0" presId="urn:microsoft.com/office/officeart/2018/2/layout/IconVerticalSolidList"/>
    <dgm:cxn modelId="{EFCC8676-B187-4434-84FC-932064A70410}" type="presParOf" srcId="{AD87CF8F-D1E0-4657-81FB-4049301B18DC}" destId="{9974F800-2FEE-4C1A-B72E-167C01616C8F}" srcOrd="2" destOrd="0" presId="urn:microsoft.com/office/officeart/2018/2/layout/IconVerticalSolidList"/>
    <dgm:cxn modelId="{0DFA3F96-C48B-4C7E-8B5C-8AB1431513CE}" type="presParOf" srcId="{AD87CF8F-D1E0-4657-81FB-4049301B18DC}" destId="{2A738E2D-810E-4801-B1FD-8EB91CE97332}" srcOrd="3" destOrd="0" presId="urn:microsoft.com/office/officeart/2018/2/layout/IconVerticalSolidList"/>
    <dgm:cxn modelId="{5C614A7A-EB65-4A3C-A6B6-AD4DCCBD5E5F}" type="presParOf" srcId="{A28D1C50-7D46-4971-82B6-546CDD0A745C}" destId="{37E50509-482A-4C85-9D2A-7C782E02B9A9}" srcOrd="9" destOrd="0" presId="urn:microsoft.com/office/officeart/2018/2/layout/IconVerticalSolidList"/>
    <dgm:cxn modelId="{B3FE6D3D-94E8-4482-9595-4B844F2FA783}" type="presParOf" srcId="{A28D1C50-7D46-4971-82B6-546CDD0A745C}" destId="{3EB05B62-2483-4275-877B-84C860F4E126}" srcOrd="10" destOrd="0" presId="urn:microsoft.com/office/officeart/2018/2/layout/IconVerticalSolidList"/>
    <dgm:cxn modelId="{F88A5BFF-FFB7-4FE6-A4B2-EF28CD144093}" type="presParOf" srcId="{3EB05B62-2483-4275-877B-84C860F4E126}" destId="{16CEF661-76BA-4ED3-A189-CB7B08485CE0}" srcOrd="0" destOrd="0" presId="urn:microsoft.com/office/officeart/2018/2/layout/IconVerticalSolidList"/>
    <dgm:cxn modelId="{1F573AA2-06DE-49C9-8C02-F5568FECE7CE}" type="presParOf" srcId="{3EB05B62-2483-4275-877B-84C860F4E126}" destId="{597800DE-B66B-4A45-8539-8A060F594936}" srcOrd="1" destOrd="0" presId="urn:microsoft.com/office/officeart/2018/2/layout/IconVerticalSolidList"/>
    <dgm:cxn modelId="{5EBD4B98-5F47-4B78-9EF1-20A0700840A5}" type="presParOf" srcId="{3EB05B62-2483-4275-877B-84C860F4E126}" destId="{3340A3B1-C90F-4BFE-8562-8EB350BC081E}" srcOrd="2" destOrd="0" presId="urn:microsoft.com/office/officeart/2018/2/layout/IconVerticalSolidList"/>
    <dgm:cxn modelId="{0A193397-8EBD-474C-B28E-39E6043032FD}" type="presParOf" srcId="{3EB05B62-2483-4275-877B-84C860F4E126}" destId="{04E845A8-E020-4126-B80A-C5878C1A28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0C5DB4-9D11-4C91-832F-D0957D98189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9370BCC-DFFD-4CB1-91D1-C4081346BB42}">
      <dgm:prSet/>
      <dgm:spPr/>
      <dgm:t>
        <a:bodyPr/>
        <a:lstStyle/>
        <a:p>
          <a:r>
            <a:rPr lang="en-US"/>
            <a:t>Tech Stack: Flutter &amp; Firebase</a:t>
          </a:r>
        </a:p>
      </dgm:t>
    </dgm:pt>
    <dgm:pt modelId="{5E074EB8-8CD0-44BE-889F-89920A439893}" type="parTrans" cxnId="{C76D2BA6-9243-46C2-B531-0CFF3A8440C3}">
      <dgm:prSet/>
      <dgm:spPr/>
      <dgm:t>
        <a:bodyPr/>
        <a:lstStyle/>
        <a:p>
          <a:endParaRPr lang="en-US"/>
        </a:p>
      </dgm:t>
    </dgm:pt>
    <dgm:pt modelId="{F5C4C270-7C30-457D-90B4-88B4A03A76EC}" type="sibTrans" cxnId="{C76D2BA6-9243-46C2-B531-0CFF3A8440C3}">
      <dgm:prSet/>
      <dgm:spPr/>
      <dgm:t>
        <a:bodyPr/>
        <a:lstStyle/>
        <a:p>
          <a:endParaRPr lang="en-US"/>
        </a:p>
      </dgm:t>
    </dgm:pt>
    <dgm:pt modelId="{75473ABF-7FDF-4DD4-AC62-955C2B049B26}">
      <dgm:prSet/>
      <dgm:spPr/>
      <dgm:t>
        <a:bodyPr/>
        <a:lstStyle/>
        <a:p>
          <a:r>
            <a:rPr lang="en-US"/>
            <a:t>- Data Model: Firestore for real-time Rooms, Queues, and Chat.</a:t>
          </a:r>
        </a:p>
      </dgm:t>
    </dgm:pt>
    <dgm:pt modelId="{F7C76AEC-4F6C-4ABC-BDE6-BFD8148BFCD6}" type="parTrans" cxnId="{3B1C4E00-EFCF-4AE6-9CB0-0EB5AA9A044B}">
      <dgm:prSet/>
      <dgm:spPr/>
      <dgm:t>
        <a:bodyPr/>
        <a:lstStyle/>
        <a:p>
          <a:endParaRPr lang="en-US"/>
        </a:p>
      </dgm:t>
    </dgm:pt>
    <dgm:pt modelId="{EE3556D3-85C2-47B7-AAC0-E2C779992AD3}" type="sibTrans" cxnId="{3B1C4E00-EFCF-4AE6-9CB0-0EB5AA9A044B}">
      <dgm:prSet/>
      <dgm:spPr/>
      <dgm:t>
        <a:bodyPr/>
        <a:lstStyle/>
        <a:p>
          <a:endParaRPr lang="en-US"/>
        </a:p>
      </dgm:t>
    </dgm:pt>
    <dgm:pt modelId="{142523D2-EC09-4562-94EA-48B0B62F0B03}">
      <dgm:prSet/>
      <dgm:spPr/>
      <dgm:t>
        <a:bodyPr/>
        <a:lstStyle/>
        <a:p>
          <a:r>
            <a:rPr lang="en-US"/>
            <a:t>- Architecture: StreamBuilders for reactive UI updates.</a:t>
          </a:r>
        </a:p>
      </dgm:t>
    </dgm:pt>
    <dgm:pt modelId="{202473B7-DFB2-49E4-A8BC-FAEB4A8F13B9}" type="parTrans" cxnId="{7E4259C9-14E6-42CB-92CE-6D98FB3DBF68}">
      <dgm:prSet/>
      <dgm:spPr/>
      <dgm:t>
        <a:bodyPr/>
        <a:lstStyle/>
        <a:p>
          <a:endParaRPr lang="en-US"/>
        </a:p>
      </dgm:t>
    </dgm:pt>
    <dgm:pt modelId="{EDC75E2E-8DD3-4882-92B5-6B355D29987E}" type="sibTrans" cxnId="{7E4259C9-14E6-42CB-92CE-6D98FB3DBF68}">
      <dgm:prSet/>
      <dgm:spPr/>
      <dgm:t>
        <a:bodyPr/>
        <a:lstStyle/>
        <a:p>
          <a:endParaRPr lang="en-US"/>
        </a:p>
      </dgm:t>
    </dgm:pt>
    <dgm:pt modelId="{B0603F96-8933-4DDA-B801-72E23E89136D}">
      <dgm:prSet/>
      <dgm:spPr/>
      <dgm:t>
        <a:bodyPr/>
        <a:lstStyle/>
        <a:p>
          <a:r>
            <a:rPr lang="en-US"/>
            <a:t>- UI Flow: Home -&gt; Open Rooms -&gt; Room Queue/Chat.</a:t>
          </a:r>
        </a:p>
      </dgm:t>
    </dgm:pt>
    <dgm:pt modelId="{CD5E08B4-1911-494E-AD47-738B1B315C3A}" type="parTrans" cxnId="{E6D81CAC-8EE6-4436-841A-161CBE2E4BF6}">
      <dgm:prSet/>
      <dgm:spPr/>
      <dgm:t>
        <a:bodyPr/>
        <a:lstStyle/>
        <a:p>
          <a:endParaRPr lang="en-US"/>
        </a:p>
      </dgm:t>
    </dgm:pt>
    <dgm:pt modelId="{77E773AE-A748-4B26-90A6-FE7623C7A423}" type="sibTrans" cxnId="{E6D81CAC-8EE6-4436-841A-161CBE2E4BF6}">
      <dgm:prSet/>
      <dgm:spPr/>
      <dgm:t>
        <a:bodyPr/>
        <a:lstStyle/>
        <a:p>
          <a:endParaRPr lang="en-US"/>
        </a:p>
      </dgm:t>
    </dgm:pt>
    <dgm:pt modelId="{24F44AFF-6BEE-4B59-A572-1CCF27746F49}">
      <dgm:prSet/>
      <dgm:spPr/>
      <dgm:t>
        <a:bodyPr/>
        <a:lstStyle/>
        <a:p>
          <a:r>
            <a:rPr lang="en-US"/>
            <a:t>- Aesthetics: Custom Neon Cyberpunk Dark Theme.</a:t>
          </a:r>
        </a:p>
      </dgm:t>
    </dgm:pt>
    <dgm:pt modelId="{F82ED3B9-7E43-4E03-8872-4BF78F84E4E1}" type="parTrans" cxnId="{9779F06E-BCEE-43FD-A53E-664EDEBAD50B}">
      <dgm:prSet/>
      <dgm:spPr/>
      <dgm:t>
        <a:bodyPr/>
        <a:lstStyle/>
        <a:p>
          <a:endParaRPr lang="en-US"/>
        </a:p>
      </dgm:t>
    </dgm:pt>
    <dgm:pt modelId="{431F1AB9-31B0-44F7-82BF-9E790B1139C6}" type="sibTrans" cxnId="{9779F06E-BCEE-43FD-A53E-664EDEBAD50B}">
      <dgm:prSet/>
      <dgm:spPr/>
      <dgm:t>
        <a:bodyPr/>
        <a:lstStyle/>
        <a:p>
          <a:endParaRPr lang="en-US"/>
        </a:p>
      </dgm:t>
    </dgm:pt>
    <dgm:pt modelId="{C5045669-0587-4E4C-A3E0-17B2D3111440}" type="pres">
      <dgm:prSet presAssocID="{4F0C5DB4-9D11-4C91-832F-D0957D981894}" presName="linear" presStyleCnt="0">
        <dgm:presLayoutVars>
          <dgm:animLvl val="lvl"/>
          <dgm:resizeHandles val="exact"/>
        </dgm:presLayoutVars>
      </dgm:prSet>
      <dgm:spPr/>
    </dgm:pt>
    <dgm:pt modelId="{D29394D7-E212-48E8-A5F2-CA362DE6C05C}" type="pres">
      <dgm:prSet presAssocID="{C9370BCC-DFFD-4CB1-91D1-C4081346BB42}" presName="parentText" presStyleLbl="node1" presStyleIdx="0" presStyleCnt="5">
        <dgm:presLayoutVars>
          <dgm:chMax val="0"/>
          <dgm:bulletEnabled val="1"/>
        </dgm:presLayoutVars>
      </dgm:prSet>
      <dgm:spPr/>
    </dgm:pt>
    <dgm:pt modelId="{F9A14DFA-4A2F-41E6-8E5D-3AC99E3E5E6D}" type="pres">
      <dgm:prSet presAssocID="{F5C4C270-7C30-457D-90B4-88B4A03A76EC}" presName="spacer" presStyleCnt="0"/>
      <dgm:spPr/>
    </dgm:pt>
    <dgm:pt modelId="{6E015CB4-70A9-4BE6-B12D-4F8007289B25}" type="pres">
      <dgm:prSet presAssocID="{75473ABF-7FDF-4DD4-AC62-955C2B049B26}" presName="parentText" presStyleLbl="node1" presStyleIdx="1" presStyleCnt="5">
        <dgm:presLayoutVars>
          <dgm:chMax val="0"/>
          <dgm:bulletEnabled val="1"/>
        </dgm:presLayoutVars>
      </dgm:prSet>
      <dgm:spPr/>
    </dgm:pt>
    <dgm:pt modelId="{61D21DEC-193A-49E5-A6A0-6AE6190322C1}" type="pres">
      <dgm:prSet presAssocID="{EE3556D3-85C2-47B7-AAC0-E2C779992AD3}" presName="spacer" presStyleCnt="0"/>
      <dgm:spPr/>
    </dgm:pt>
    <dgm:pt modelId="{B55BA0AE-DE9D-4B14-B012-B9487C42F05A}" type="pres">
      <dgm:prSet presAssocID="{142523D2-EC09-4562-94EA-48B0B62F0B03}" presName="parentText" presStyleLbl="node1" presStyleIdx="2" presStyleCnt="5">
        <dgm:presLayoutVars>
          <dgm:chMax val="0"/>
          <dgm:bulletEnabled val="1"/>
        </dgm:presLayoutVars>
      </dgm:prSet>
      <dgm:spPr/>
    </dgm:pt>
    <dgm:pt modelId="{9724CC58-4A02-4EC2-91C4-B8AB8151097F}" type="pres">
      <dgm:prSet presAssocID="{EDC75E2E-8DD3-4882-92B5-6B355D29987E}" presName="spacer" presStyleCnt="0"/>
      <dgm:spPr/>
    </dgm:pt>
    <dgm:pt modelId="{A5D0A9A4-4F0F-421F-8577-785389C7D261}" type="pres">
      <dgm:prSet presAssocID="{B0603F96-8933-4DDA-B801-72E23E89136D}" presName="parentText" presStyleLbl="node1" presStyleIdx="3" presStyleCnt="5">
        <dgm:presLayoutVars>
          <dgm:chMax val="0"/>
          <dgm:bulletEnabled val="1"/>
        </dgm:presLayoutVars>
      </dgm:prSet>
      <dgm:spPr/>
    </dgm:pt>
    <dgm:pt modelId="{5DF3AD24-642D-4367-93E4-1F75C570183C}" type="pres">
      <dgm:prSet presAssocID="{77E773AE-A748-4B26-90A6-FE7623C7A423}" presName="spacer" presStyleCnt="0"/>
      <dgm:spPr/>
    </dgm:pt>
    <dgm:pt modelId="{14EA39EF-BBBE-4145-A238-CC66620520C4}" type="pres">
      <dgm:prSet presAssocID="{24F44AFF-6BEE-4B59-A572-1CCF27746F49}" presName="parentText" presStyleLbl="node1" presStyleIdx="4" presStyleCnt="5">
        <dgm:presLayoutVars>
          <dgm:chMax val="0"/>
          <dgm:bulletEnabled val="1"/>
        </dgm:presLayoutVars>
      </dgm:prSet>
      <dgm:spPr/>
    </dgm:pt>
  </dgm:ptLst>
  <dgm:cxnLst>
    <dgm:cxn modelId="{3B1C4E00-EFCF-4AE6-9CB0-0EB5AA9A044B}" srcId="{4F0C5DB4-9D11-4C91-832F-D0957D981894}" destId="{75473ABF-7FDF-4DD4-AC62-955C2B049B26}" srcOrd="1" destOrd="0" parTransId="{F7C76AEC-4F6C-4ABC-BDE6-BFD8148BFCD6}" sibTransId="{EE3556D3-85C2-47B7-AAC0-E2C779992AD3}"/>
    <dgm:cxn modelId="{37FCD308-02D5-4253-8EEB-ABAA72A8EF15}" type="presOf" srcId="{B0603F96-8933-4DDA-B801-72E23E89136D}" destId="{A5D0A9A4-4F0F-421F-8577-785389C7D261}" srcOrd="0" destOrd="0" presId="urn:microsoft.com/office/officeart/2005/8/layout/vList2"/>
    <dgm:cxn modelId="{281DBC26-27FD-4D7D-B37C-AC3791249D03}" type="presOf" srcId="{4F0C5DB4-9D11-4C91-832F-D0957D981894}" destId="{C5045669-0587-4E4C-A3E0-17B2D3111440}" srcOrd="0" destOrd="0" presId="urn:microsoft.com/office/officeart/2005/8/layout/vList2"/>
    <dgm:cxn modelId="{8E7A7E37-D2C3-4B09-A265-FE9A203EAD8C}" type="presOf" srcId="{24F44AFF-6BEE-4B59-A572-1CCF27746F49}" destId="{14EA39EF-BBBE-4145-A238-CC66620520C4}" srcOrd="0" destOrd="0" presId="urn:microsoft.com/office/officeart/2005/8/layout/vList2"/>
    <dgm:cxn modelId="{D2204641-991B-49D7-95D2-EBF46EB05F2D}" type="presOf" srcId="{142523D2-EC09-4562-94EA-48B0B62F0B03}" destId="{B55BA0AE-DE9D-4B14-B012-B9487C42F05A}" srcOrd="0" destOrd="0" presId="urn:microsoft.com/office/officeart/2005/8/layout/vList2"/>
    <dgm:cxn modelId="{9779F06E-BCEE-43FD-A53E-664EDEBAD50B}" srcId="{4F0C5DB4-9D11-4C91-832F-D0957D981894}" destId="{24F44AFF-6BEE-4B59-A572-1CCF27746F49}" srcOrd="4" destOrd="0" parTransId="{F82ED3B9-7E43-4E03-8872-4BF78F84E4E1}" sibTransId="{431F1AB9-31B0-44F7-82BF-9E790B1139C6}"/>
    <dgm:cxn modelId="{8E54DE58-E27C-4368-B97C-198DA804A839}" type="presOf" srcId="{C9370BCC-DFFD-4CB1-91D1-C4081346BB42}" destId="{D29394D7-E212-48E8-A5F2-CA362DE6C05C}" srcOrd="0" destOrd="0" presId="urn:microsoft.com/office/officeart/2005/8/layout/vList2"/>
    <dgm:cxn modelId="{63486194-214E-41F3-8B4A-7930105241C8}" type="presOf" srcId="{75473ABF-7FDF-4DD4-AC62-955C2B049B26}" destId="{6E015CB4-70A9-4BE6-B12D-4F8007289B25}" srcOrd="0" destOrd="0" presId="urn:microsoft.com/office/officeart/2005/8/layout/vList2"/>
    <dgm:cxn modelId="{C76D2BA6-9243-46C2-B531-0CFF3A8440C3}" srcId="{4F0C5DB4-9D11-4C91-832F-D0957D981894}" destId="{C9370BCC-DFFD-4CB1-91D1-C4081346BB42}" srcOrd="0" destOrd="0" parTransId="{5E074EB8-8CD0-44BE-889F-89920A439893}" sibTransId="{F5C4C270-7C30-457D-90B4-88B4A03A76EC}"/>
    <dgm:cxn modelId="{E6D81CAC-8EE6-4436-841A-161CBE2E4BF6}" srcId="{4F0C5DB4-9D11-4C91-832F-D0957D981894}" destId="{B0603F96-8933-4DDA-B801-72E23E89136D}" srcOrd="3" destOrd="0" parTransId="{CD5E08B4-1911-494E-AD47-738B1B315C3A}" sibTransId="{77E773AE-A748-4B26-90A6-FE7623C7A423}"/>
    <dgm:cxn modelId="{7E4259C9-14E6-42CB-92CE-6D98FB3DBF68}" srcId="{4F0C5DB4-9D11-4C91-832F-D0957D981894}" destId="{142523D2-EC09-4562-94EA-48B0B62F0B03}" srcOrd="2" destOrd="0" parTransId="{202473B7-DFB2-49E4-A8BC-FAEB4A8F13B9}" sibTransId="{EDC75E2E-8DD3-4882-92B5-6B355D29987E}"/>
    <dgm:cxn modelId="{5E9D3D5D-73C5-4F43-B3A3-6437862BA629}" type="presParOf" srcId="{C5045669-0587-4E4C-A3E0-17B2D3111440}" destId="{D29394D7-E212-48E8-A5F2-CA362DE6C05C}" srcOrd="0" destOrd="0" presId="urn:microsoft.com/office/officeart/2005/8/layout/vList2"/>
    <dgm:cxn modelId="{318D0211-74B4-488B-AE7D-F450D157FD85}" type="presParOf" srcId="{C5045669-0587-4E4C-A3E0-17B2D3111440}" destId="{F9A14DFA-4A2F-41E6-8E5D-3AC99E3E5E6D}" srcOrd="1" destOrd="0" presId="urn:microsoft.com/office/officeart/2005/8/layout/vList2"/>
    <dgm:cxn modelId="{DBE143A0-69DC-4E33-A27F-D028686C8F0F}" type="presParOf" srcId="{C5045669-0587-4E4C-A3E0-17B2D3111440}" destId="{6E015CB4-70A9-4BE6-B12D-4F8007289B25}" srcOrd="2" destOrd="0" presId="urn:microsoft.com/office/officeart/2005/8/layout/vList2"/>
    <dgm:cxn modelId="{7EC00853-462F-4712-B454-AE5201295720}" type="presParOf" srcId="{C5045669-0587-4E4C-A3E0-17B2D3111440}" destId="{61D21DEC-193A-49E5-A6A0-6AE6190322C1}" srcOrd="3" destOrd="0" presId="urn:microsoft.com/office/officeart/2005/8/layout/vList2"/>
    <dgm:cxn modelId="{F53FD3B8-3A7A-405A-ACE3-0B8DD1DEE62B}" type="presParOf" srcId="{C5045669-0587-4E4C-A3E0-17B2D3111440}" destId="{B55BA0AE-DE9D-4B14-B012-B9487C42F05A}" srcOrd="4" destOrd="0" presId="urn:microsoft.com/office/officeart/2005/8/layout/vList2"/>
    <dgm:cxn modelId="{0B30C750-EFCB-4525-8406-7B5193809BE2}" type="presParOf" srcId="{C5045669-0587-4E4C-A3E0-17B2D3111440}" destId="{9724CC58-4A02-4EC2-91C4-B8AB8151097F}" srcOrd="5" destOrd="0" presId="urn:microsoft.com/office/officeart/2005/8/layout/vList2"/>
    <dgm:cxn modelId="{D4F50A66-C82A-4501-9622-39A64A8ED6B7}" type="presParOf" srcId="{C5045669-0587-4E4C-A3E0-17B2D3111440}" destId="{A5D0A9A4-4F0F-421F-8577-785389C7D261}" srcOrd="6" destOrd="0" presId="urn:microsoft.com/office/officeart/2005/8/layout/vList2"/>
    <dgm:cxn modelId="{290FB1D8-6E0F-48C8-94D5-2870B8F34242}" type="presParOf" srcId="{C5045669-0587-4E4C-A3E0-17B2D3111440}" destId="{5DF3AD24-642D-4367-93E4-1F75C570183C}" srcOrd="7" destOrd="0" presId="urn:microsoft.com/office/officeart/2005/8/layout/vList2"/>
    <dgm:cxn modelId="{3E85E0E6-6DAA-45CF-BAA5-ACB53E8B2350}" type="presParOf" srcId="{C5045669-0587-4E4C-A3E0-17B2D3111440}" destId="{14EA39EF-BBBE-4145-A238-CC66620520C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676936-7541-4E91-83B1-EFB58B0A1F5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E734CC2-02F9-4432-A532-686269F66853}">
      <dgm:prSet/>
      <dgm:spPr/>
      <dgm:t>
        <a:bodyPr/>
        <a:lstStyle/>
        <a:p>
          <a:r>
            <a:rPr lang="en-US"/>
            <a:t>End-to-End User Journey Testing</a:t>
          </a:r>
        </a:p>
      </dgm:t>
    </dgm:pt>
    <dgm:pt modelId="{56BA0564-8788-43BF-AAF6-42A123DFCF62}" type="parTrans" cxnId="{3658A2DC-C602-4AAD-A839-BFFD26BF903B}">
      <dgm:prSet/>
      <dgm:spPr/>
      <dgm:t>
        <a:bodyPr/>
        <a:lstStyle/>
        <a:p>
          <a:endParaRPr lang="en-US"/>
        </a:p>
      </dgm:t>
    </dgm:pt>
    <dgm:pt modelId="{D30E6D9E-1E91-40C5-ACF5-A2BC54D2E3EB}" type="sibTrans" cxnId="{3658A2DC-C602-4AAD-A839-BFFD26BF903B}">
      <dgm:prSet/>
      <dgm:spPr/>
      <dgm:t>
        <a:bodyPr/>
        <a:lstStyle/>
        <a:p>
          <a:endParaRPr lang="en-US"/>
        </a:p>
      </dgm:t>
    </dgm:pt>
    <dgm:pt modelId="{62169EB2-E9D7-4A83-8CDB-B120567F40EE}">
      <dgm:prSet/>
      <dgm:spPr/>
      <dgm:t>
        <a:bodyPr/>
        <a:lstStyle/>
        <a:p>
          <a:r>
            <a:rPr lang="en-US"/>
            <a:t>- Tested room creation and joining via 6-character codes.</a:t>
          </a:r>
        </a:p>
      </dgm:t>
    </dgm:pt>
    <dgm:pt modelId="{D50842A3-87F7-494C-8AD4-ED98A34BBB0A}" type="parTrans" cxnId="{DE798C4E-E495-4807-A5E5-359EA4519A58}">
      <dgm:prSet/>
      <dgm:spPr/>
      <dgm:t>
        <a:bodyPr/>
        <a:lstStyle/>
        <a:p>
          <a:endParaRPr lang="en-US"/>
        </a:p>
      </dgm:t>
    </dgm:pt>
    <dgm:pt modelId="{4E3C04FE-3772-4E64-808C-59AA36A23099}" type="sibTrans" cxnId="{DE798C4E-E495-4807-A5E5-359EA4519A58}">
      <dgm:prSet/>
      <dgm:spPr/>
      <dgm:t>
        <a:bodyPr/>
        <a:lstStyle/>
        <a:p>
          <a:endParaRPr lang="en-US"/>
        </a:p>
      </dgm:t>
    </dgm:pt>
    <dgm:pt modelId="{C7B2BC1C-44E3-49D7-A899-005DCE7E0555}">
      <dgm:prSet/>
      <dgm:spPr/>
      <dgm:t>
        <a:bodyPr/>
        <a:lstStyle/>
        <a:p>
          <a:r>
            <a:rPr lang="en-US"/>
            <a:t>- Concurrency Testing: Verified Firestore voting transactions.</a:t>
          </a:r>
        </a:p>
      </dgm:t>
    </dgm:pt>
    <dgm:pt modelId="{3913CD83-9258-4D4F-AE73-DCCAC82FFB7C}" type="parTrans" cxnId="{BE21BF81-022B-4EC7-9248-FB997B14B4A6}">
      <dgm:prSet/>
      <dgm:spPr/>
      <dgm:t>
        <a:bodyPr/>
        <a:lstStyle/>
        <a:p>
          <a:endParaRPr lang="en-US"/>
        </a:p>
      </dgm:t>
    </dgm:pt>
    <dgm:pt modelId="{54362EFC-B292-4556-8A16-DE2C84FFDE46}" type="sibTrans" cxnId="{BE21BF81-022B-4EC7-9248-FB997B14B4A6}">
      <dgm:prSet/>
      <dgm:spPr/>
      <dgm:t>
        <a:bodyPr/>
        <a:lstStyle/>
        <a:p>
          <a:endParaRPr lang="en-US"/>
        </a:p>
      </dgm:t>
    </dgm:pt>
    <dgm:pt modelId="{32F24834-C578-4E8F-AB65-7C11F150D363}">
      <dgm:prSet/>
      <dgm:spPr/>
      <dgm:t>
        <a:bodyPr/>
        <a:lstStyle/>
        <a:p>
          <a:r>
            <a:rPr lang="en-US"/>
            <a:t>- Playback Sync: Ensured listeners sync within 3 seconds of the host.</a:t>
          </a:r>
        </a:p>
      </dgm:t>
    </dgm:pt>
    <dgm:pt modelId="{4D5B431C-D68E-4E15-9DC9-2EB9C738DE4F}" type="parTrans" cxnId="{1C7B5976-CA16-4E24-868C-3B100F882015}">
      <dgm:prSet/>
      <dgm:spPr/>
      <dgm:t>
        <a:bodyPr/>
        <a:lstStyle/>
        <a:p>
          <a:endParaRPr lang="en-US"/>
        </a:p>
      </dgm:t>
    </dgm:pt>
    <dgm:pt modelId="{5E63B137-5B85-4FA8-A67E-A4392A4756E6}" type="sibTrans" cxnId="{1C7B5976-CA16-4E24-868C-3B100F882015}">
      <dgm:prSet/>
      <dgm:spPr/>
      <dgm:t>
        <a:bodyPr/>
        <a:lstStyle/>
        <a:p>
          <a:endParaRPr lang="en-US"/>
        </a:p>
      </dgm:t>
    </dgm:pt>
    <dgm:pt modelId="{D4903B74-70FC-4C24-9F08-FAC74E06DBD6}">
      <dgm:prSet/>
      <dgm:spPr/>
      <dgm:t>
        <a:bodyPr/>
        <a:lstStyle/>
        <a:p>
          <a:r>
            <a:rPr lang="en-US"/>
            <a:t>- Bug Fixed: Bypassed Firebase Storage limits using Base64 string compression.</a:t>
          </a:r>
        </a:p>
      </dgm:t>
    </dgm:pt>
    <dgm:pt modelId="{227E6621-E6D7-46FF-9720-B94DF4EB77A2}" type="parTrans" cxnId="{26526926-9CE6-46B8-9453-4162D50C5C33}">
      <dgm:prSet/>
      <dgm:spPr/>
      <dgm:t>
        <a:bodyPr/>
        <a:lstStyle/>
        <a:p>
          <a:endParaRPr lang="en-US"/>
        </a:p>
      </dgm:t>
    </dgm:pt>
    <dgm:pt modelId="{41AEAB0C-B7C7-4221-9E7C-7C2181A8FF03}" type="sibTrans" cxnId="{26526926-9CE6-46B8-9453-4162D50C5C33}">
      <dgm:prSet/>
      <dgm:spPr/>
      <dgm:t>
        <a:bodyPr/>
        <a:lstStyle/>
        <a:p>
          <a:endParaRPr lang="en-US"/>
        </a:p>
      </dgm:t>
    </dgm:pt>
    <dgm:pt modelId="{35126C07-4D9A-42AB-A789-65CB528521B6}" type="pres">
      <dgm:prSet presAssocID="{AA676936-7541-4E91-83B1-EFB58B0A1F58}" presName="linear" presStyleCnt="0">
        <dgm:presLayoutVars>
          <dgm:animLvl val="lvl"/>
          <dgm:resizeHandles val="exact"/>
        </dgm:presLayoutVars>
      </dgm:prSet>
      <dgm:spPr/>
    </dgm:pt>
    <dgm:pt modelId="{0AA4B36D-DC42-40C3-8193-F6CA5BC7FB3F}" type="pres">
      <dgm:prSet presAssocID="{3E734CC2-02F9-4432-A532-686269F66853}" presName="parentText" presStyleLbl="node1" presStyleIdx="0" presStyleCnt="5">
        <dgm:presLayoutVars>
          <dgm:chMax val="0"/>
          <dgm:bulletEnabled val="1"/>
        </dgm:presLayoutVars>
      </dgm:prSet>
      <dgm:spPr/>
    </dgm:pt>
    <dgm:pt modelId="{5D0C1836-E4BE-4113-A587-CC3CE003D5C7}" type="pres">
      <dgm:prSet presAssocID="{D30E6D9E-1E91-40C5-ACF5-A2BC54D2E3EB}" presName="spacer" presStyleCnt="0"/>
      <dgm:spPr/>
    </dgm:pt>
    <dgm:pt modelId="{352D6CC1-0D2B-4675-9A31-B7C9038687E4}" type="pres">
      <dgm:prSet presAssocID="{62169EB2-E9D7-4A83-8CDB-B120567F40EE}" presName="parentText" presStyleLbl="node1" presStyleIdx="1" presStyleCnt="5">
        <dgm:presLayoutVars>
          <dgm:chMax val="0"/>
          <dgm:bulletEnabled val="1"/>
        </dgm:presLayoutVars>
      </dgm:prSet>
      <dgm:spPr/>
    </dgm:pt>
    <dgm:pt modelId="{D59D6D7C-09B9-4C70-85CF-EBB7A12E581E}" type="pres">
      <dgm:prSet presAssocID="{4E3C04FE-3772-4E64-808C-59AA36A23099}" presName="spacer" presStyleCnt="0"/>
      <dgm:spPr/>
    </dgm:pt>
    <dgm:pt modelId="{9077772B-9D93-4E56-BB6D-281889C2CA32}" type="pres">
      <dgm:prSet presAssocID="{C7B2BC1C-44E3-49D7-A899-005DCE7E0555}" presName="parentText" presStyleLbl="node1" presStyleIdx="2" presStyleCnt="5">
        <dgm:presLayoutVars>
          <dgm:chMax val="0"/>
          <dgm:bulletEnabled val="1"/>
        </dgm:presLayoutVars>
      </dgm:prSet>
      <dgm:spPr/>
    </dgm:pt>
    <dgm:pt modelId="{EED28143-49FF-46D3-911F-4E1FA025E564}" type="pres">
      <dgm:prSet presAssocID="{54362EFC-B292-4556-8A16-DE2C84FFDE46}" presName="spacer" presStyleCnt="0"/>
      <dgm:spPr/>
    </dgm:pt>
    <dgm:pt modelId="{17B20E78-10EF-4B9B-A44C-752330BFF7B9}" type="pres">
      <dgm:prSet presAssocID="{32F24834-C578-4E8F-AB65-7C11F150D363}" presName="parentText" presStyleLbl="node1" presStyleIdx="3" presStyleCnt="5">
        <dgm:presLayoutVars>
          <dgm:chMax val="0"/>
          <dgm:bulletEnabled val="1"/>
        </dgm:presLayoutVars>
      </dgm:prSet>
      <dgm:spPr/>
    </dgm:pt>
    <dgm:pt modelId="{89EE1387-7F8F-4604-874E-CF311160E41F}" type="pres">
      <dgm:prSet presAssocID="{5E63B137-5B85-4FA8-A67E-A4392A4756E6}" presName="spacer" presStyleCnt="0"/>
      <dgm:spPr/>
    </dgm:pt>
    <dgm:pt modelId="{346DACF6-8D7F-4ADF-9223-23994C1EEDEA}" type="pres">
      <dgm:prSet presAssocID="{D4903B74-70FC-4C24-9F08-FAC74E06DBD6}" presName="parentText" presStyleLbl="node1" presStyleIdx="4" presStyleCnt="5">
        <dgm:presLayoutVars>
          <dgm:chMax val="0"/>
          <dgm:bulletEnabled val="1"/>
        </dgm:presLayoutVars>
      </dgm:prSet>
      <dgm:spPr/>
    </dgm:pt>
  </dgm:ptLst>
  <dgm:cxnLst>
    <dgm:cxn modelId="{DD3EF103-E3A1-48C3-A9D0-82657C97CEB1}" type="presOf" srcId="{62169EB2-E9D7-4A83-8CDB-B120567F40EE}" destId="{352D6CC1-0D2B-4675-9A31-B7C9038687E4}" srcOrd="0" destOrd="0" presId="urn:microsoft.com/office/officeart/2005/8/layout/vList2"/>
    <dgm:cxn modelId="{26526926-9CE6-46B8-9453-4162D50C5C33}" srcId="{AA676936-7541-4E91-83B1-EFB58B0A1F58}" destId="{D4903B74-70FC-4C24-9F08-FAC74E06DBD6}" srcOrd="4" destOrd="0" parTransId="{227E6621-E6D7-46FF-9720-B94DF4EB77A2}" sibTransId="{41AEAB0C-B7C7-4221-9E7C-7C2181A8FF03}"/>
    <dgm:cxn modelId="{88F45543-EC50-4084-BBF4-1D71E6D61DE9}" type="presOf" srcId="{AA676936-7541-4E91-83B1-EFB58B0A1F58}" destId="{35126C07-4D9A-42AB-A789-65CB528521B6}" srcOrd="0" destOrd="0" presId="urn:microsoft.com/office/officeart/2005/8/layout/vList2"/>
    <dgm:cxn modelId="{FAF81446-8614-4ED6-9C9D-C2246E088FA0}" type="presOf" srcId="{3E734CC2-02F9-4432-A532-686269F66853}" destId="{0AA4B36D-DC42-40C3-8193-F6CA5BC7FB3F}" srcOrd="0" destOrd="0" presId="urn:microsoft.com/office/officeart/2005/8/layout/vList2"/>
    <dgm:cxn modelId="{DE798C4E-E495-4807-A5E5-359EA4519A58}" srcId="{AA676936-7541-4E91-83B1-EFB58B0A1F58}" destId="{62169EB2-E9D7-4A83-8CDB-B120567F40EE}" srcOrd="1" destOrd="0" parTransId="{D50842A3-87F7-494C-8AD4-ED98A34BBB0A}" sibTransId="{4E3C04FE-3772-4E64-808C-59AA36A23099}"/>
    <dgm:cxn modelId="{1C7B5976-CA16-4E24-868C-3B100F882015}" srcId="{AA676936-7541-4E91-83B1-EFB58B0A1F58}" destId="{32F24834-C578-4E8F-AB65-7C11F150D363}" srcOrd="3" destOrd="0" parTransId="{4D5B431C-D68E-4E15-9DC9-2EB9C738DE4F}" sibTransId="{5E63B137-5B85-4FA8-A67E-A4392A4756E6}"/>
    <dgm:cxn modelId="{BE21BF81-022B-4EC7-9248-FB997B14B4A6}" srcId="{AA676936-7541-4E91-83B1-EFB58B0A1F58}" destId="{C7B2BC1C-44E3-49D7-A899-005DCE7E0555}" srcOrd="2" destOrd="0" parTransId="{3913CD83-9258-4D4F-AE73-DCCAC82FFB7C}" sibTransId="{54362EFC-B292-4556-8A16-DE2C84FFDE46}"/>
    <dgm:cxn modelId="{60B8D99C-3347-4F41-AD71-272A969693EE}" type="presOf" srcId="{C7B2BC1C-44E3-49D7-A899-005DCE7E0555}" destId="{9077772B-9D93-4E56-BB6D-281889C2CA32}" srcOrd="0" destOrd="0" presId="urn:microsoft.com/office/officeart/2005/8/layout/vList2"/>
    <dgm:cxn modelId="{2E14F2C6-9C39-4A3F-AE15-9DF87E1B77F6}" type="presOf" srcId="{D4903B74-70FC-4C24-9F08-FAC74E06DBD6}" destId="{346DACF6-8D7F-4ADF-9223-23994C1EEDEA}" srcOrd="0" destOrd="0" presId="urn:microsoft.com/office/officeart/2005/8/layout/vList2"/>
    <dgm:cxn modelId="{3658A2DC-C602-4AAD-A839-BFFD26BF903B}" srcId="{AA676936-7541-4E91-83B1-EFB58B0A1F58}" destId="{3E734CC2-02F9-4432-A532-686269F66853}" srcOrd="0" destOrd="0" parTransId="{56BA0564-8788-43BF-AAF6-42A123DFCF62}" sibTransId="{D30E6D9E-1E91-40C5-ACF5-A2BC54D2E3EB}"/>
    <dgm:cxn modelId="{1AB17EFB-A859-422F-B8EB-646988E7671C}" type="presOf" srcId="{32F24834-C578-4E8F-AB65-7C11F150D363}" destId="{17B20E78-10EF-4B9B-A44C-752330BFF7B9}" srcOrd="0" destOrd="0" presId="urn:microsoft.com/office/officeart/2005/8/layout/vList2"/>
    <dgm:cxn modelId="{AEB5C3D0-637D-47E8-A07C-4239F97263F5}" type="presParOf" srcId="{35126C07-4D9A-42AB-A789-65CB528521B6}" destId="{0AA4B36D-DC42-40C3-8193-F6CA5BC7FB3F}" srcOrd="0" destOrd="0" presId="urn:microsoft.com/office/officeart/2005/8/layout/vList2"/>
    <dgm:cxn modelId="{A23696A9-EA53-473F-9A9F-EBAF60A34D87}" type="presParOf" srcId="{35126C07-4D9A-42AB-A789-65CB528521B6}" destId="{5D0C1836-E4BE-4113-A587-CC3CE003D5C7}" srcOrd="1" destOrd="0" presId="urn:microsoft.com/office/officeart/2005/8/layout/vList2"/>
    <dgm:cxn modelId="{612AFB96-2EBC-423F-A639-08A88C0F514E}" type="presParOf" srcId="{35126C07-4D9A-42AB-A789-65CB528521B6}" destId="{352D6CC1-0D2B-4675-9A31-B7C9038687E4}" srcOrd="2" destOrd="0" presId="urn:microsoft.com/office/officeart/2005/8/layout/vList2"/>
    <dgm:cxn modelId="{53B5B55B-636E-457B-8E64-BEE87F19532D}" type="presParOf" srcId="{35126C07-4D9A-42AB-A789-65CB528521B6}" destId="{D59D6D7C-09B9-4C70-85CF-EBB7A12E581E}" srcOrd="3" destOrd="0" presId="urn:microsoft.com/office/officeart/2005/8/layout/vList2"/>
    <dgm:cxn modelId="{7FFEA0EC-AD7F-4211-8A48-9C41B8530952}" type="presParOf" srcId="{35126C07-4D9A-42AB-A789-65CB528521B6}" destId="{9077772B-9D93-4E56-BB6D-281889C2CA32}" srcOrd="4" destOrd="0" presId="urn:microsoft.com/office/officeart/2005/8/layout/vList2"/>
    <dgm:cxn modelId="{524859BE-E665-41E7-A60A-1554DFEB4534}" type="presParOf" srcId="{35126C07-4D9A-42AB-A789-65CB528521B6}" destId="{EED28143-49FF-46D3-911F-4E1FA025E564}" srcOrd="5" destOrd="0" presId="urn:microsoft.com/office/officeart/2005/8/layout/vList2"/>
    <dgm:cxn modelId="{F935DFE7-A380-4E03-B27A-2FE6744FF19C}" type="presParOf" srcId="{35126C07-4D9A-42AB-A789-65CB528521B6}" destId="{17B20E78-10EF-4B9B-A44C-752330BFF7B9}" srcOrd="6" destOrd="0" presId="urn:microsoft.com/office/officeart/2005/8/layout/vList2"/>
    <dgm:cxn modelId="{A643A021-8664-41A4-95D5-85819FBD11F9}" type="presParOf" srcId="{35126C07-4D9A-42AB-A789-65CB528521B6}" destId="{89EE1387-7F8F-4604-874E-CF311160E41F}" srcOrd="7" destOrd="0" presId="urn:microsoft.com/office/officeart/2005/8/layout/vList2"/>
    <dgm:cxn modelId="{9F616B4D-B56A-441D-9F9F-5A2D1BC6DE7D}" type="presParOf" srcId="{35126C07-4D9A-42AB-A789-65CB528521B6}" destId="{346DACF6-8D7F-4ADF-9223-23994C1EEDEA}"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264C00-84AD-4C06-AB0A-061101AAC1D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8F1FCCD-54C0-4DC6-A9C1-E019E93359AF}">
      <dgm:prSet/>
      <dgm:spPr/>
      <dgm:t>
        <a:bodyPr/>
        <a:lstStyle/>
        <a:p>
          <a:r>
            <a:rPr lang="en-US" dirty="0"/>
            <a:t>Prosper Olusegun-Joseph – UI/UX, </a:t>
          </a:r>
          <a:r>
            <a:rPr lang="en-US" dirty="0" err="1"/>
            <a:t>Itunes</a:t>
          </a:r>
          <a:r>
            <a:rPr lang="en-US" dirty="0"/>
            <a:t> API integration, Rooms, FCM, Voting System, Testing</a:t>
          </a:r>
        </a:p>
      </dgm:t>
    </dgm:pt>
    <dgm:pt modelId="{28061027-6CEC-4803-B238-962CEE528752}" type="parTrans" cxnId="{94DBED54-F030-436C-8864-3BB653EDFF32}">
      <dgm:prSet/>
      <dgm:spPr/>
      <dgm:t>
        <a:bodyPr/>
        <a:lstStyle/>
        <a:p>
          <a:endParaRPr lang="en-US"/>
        </a:p>
      </dgm:t>
    </dgm:pt>
    <dgm:pt modelId="{9C3CB676-AC4B-4A0B-97FD-02B9F94FEC5A}" type="sibTrans" cxnId="{94DBED54-F030-436C-8864-3BB653EDFF32}">
      <dgm:prSet/>
      <dgm:spPr/>
      <dgm:t>
        <a:bodyPr/>
        <a:lstStyle/>
        <a:p>
          <a:endParaRPr lang="en-US"/>
        </a:p>
      </dgm:t>
    </dgm:pt>
    <dgm:pt modelId="{294D0844-6177-49AA-B132-3F93C1788C62}">
      <dgm:prSet/>
      <dgm:spPr/>
      <dgm:t>
        <a:bodyPr/>
        <a:lstStyle/>
        <a:p>
          <a:r>
            <a:rPr lang="en-US" dirty="0"/>
            <a:t>- Jabril Jeylani – UI, Firebase Integration, Voting System, Collaborative Playlist Feature</a:t>
          </a:r>
        </a:p>
      </dgm:t>
    </dgm:pt>
    <dgm:pt modelId="{C0D41F90-A987-4900-A5CC-AC06B6496151}" type="parTrans" cxnId="{1A9D6B9D-03EB-4805-B6C8-AEAC76BABED2}">
      <dgm:prSet/>
      <dgm:spPr/>
      <dgm:t>
        <a:bodyPr/>
        <a:lstStyle/>
        <a:p>
          <a:endParaRPr lang="en-US"/>
        </a:p>
      </dgm:t>
    </dgm:pt>
    <dgm:pt modelId="{F9CC67E5-8634-41AA-A88D-BFB6EA9065E6}" type="sibTrans" cxnId="{1A9D6B9D-03EB-4805-B6C8-AEAC76BABED2}">
      <dgm:prSet/>
      <dgm:spPr/>
      <dgm:t>
        <a:bodyPr/>
        <a:lstStyle/>
        <a:p>
          <a:endParaRPr lang="en-US"/>
        </a:p>
      </dgm:t>
    </dgm:pt>
    <dgm:pt modelId="{39B20889-5BEB-49FB-84B0-1F2D949DEB4E}" type="pres">
      <dgm:prSet presAssocID="{20264C00-84AD-4C06-AB0A-061101AAC1DE}" presName="linear" presStyleCnt="0">
        <dgm:presLayoutVars>
          <dgm:animLvl val="lvl"/>
          <dgm:resizeHandles val="exact"/>
        </dgm:presLayoutVars>
      </dgm:prSet>
      <dgm:spPr/>
    </dgm:pt>
    <dgm:pt modelId="{48110EE3-053C-4738-8BC5-8AA87B9B14F7}" type="pres">
      <dgm:prSet presAssocID="{C8F1FCCD-54C0-4DC6-A9C1-E019E93359AF}" presName="parentText" presStyleLbl="node1" presStyleIdx="0" presStyleCnt="2">
        <dgm:presLayoutVars>
          <dgm:chMax val="0"/>
          <dgm:bulletEnabled val="1"/>
        </dgm:presLayoutVars>
      </dgm:prSet>
      <dgm:spPr/>
    </dgm:pt>
    <dgm:pt modelId="{9C4B147D-5C22-438E-A215-290C319D4E84}" type="pres">
      <dgm:prSet presAssocID="{9C3CB676-AC4B-4A0B-97FD-02B9F94FEC5A}" presName="spacer" presStyleCnt="0"/>
      <dgm:spPr/>
    </dgm:pt>
    <dgm:pt modelId="{7020BEC4-EB07-41BC-B654-144B4EC2FE99}" type="pres">
      <dgm:prSet presAssocID="{294D0844-6177-49AA-B132-3F93C1788C62}" presName="parentText" presStyleLbl="node1" presStyleIdx="1" presStyleCnt="2">
        <dgm:presLayoutVars>
          <dgm:chMax val="0"/>
          <dgm:bulletEnabled val="1"/>
        </dgm:presLayoutVars>
      </dgm:prSet>
      <dgm:spPr/>
    </dgm:pt>
  </dgm:ptLst>
  <dgm:cxnLst>
    <dgm:cxn modelId="{94DBED54-F030-436C-8864-3BB653EDFF32}" srcId="{20264C00-84AD-4C06-AB0A-061101AAC1DE}" destId="{C8F1FCCD-54C0-4DC6-A9C1-E019E93359AF}" srcOrd="0" destOrd="0" parTransId="{28061027-6CEC-4803-B238-962CEE528752}" sibTransId="{9C3CB676-AC4B-4A0B-97FD-02B9F94FEC5A}"/>
    <dgm:cxn modelId="{1A9D6B9D-03EB-4805-B6C8-AEAC76BABED2}" srcId="{20264C00-84AD-4C06-AB0A-061101AAC1DE}" destId="{294D0844-6177-49AA-B132-3F93C1788C62}" srcOrd="1" destOrd="0" parTransId="{C0D41F90-A987-4900-A5CC-AC06B6496151}" sibTransId="{F9CC67E5-8634-41AA-A88D-BFB6EA9065E6}"/>
    <dgm:cxn modelId="{19F588A4-D4BC-4E67-BE00-10A2D286FB0B}" type="presOf" srcId="{C8F1FCCD-54C0-4DC6-A9C1-E019E93359AF}" destId="{48110EE3-053C-4738-8BC5-8AA87B9B14F7}" srcOrd="0" destOrd="0" presId="urn:microsoft.com/office/officeart/2005/8/layout/vList2"/>
    <dgm:cxn modelId="{E2A56FB2-5F50-41CC-A17F-F20D321AFFE1}" type="presOf" srcId="{20264C00-84AD-4C06-AB0A-061101AAC1DE}" destId="{39B20889-5BEB-49FB-84B0-1F2D949DEB4E}" srcOrd="0" destOrd="0" presId="urn:microsoft.com/office/officeart/2005/8/layout/vList2"/>
    <dgm:cxn modelId="{09CEF2C8-0D76-49C2-B51B-8909B8C424FC}" type="presOf" srcId="{294D0844-6177-49AA-B132-3F93C1788C62}" destId="{7020BEC4-EB07-41BC-B654-144B4EC2FE99}" srcOrd="0" destOrd="0" presId="urn:microsoft.com/office/officeart/2005/8/layout/vList2"/>
    <dgm:cxn modelId="{75B8795F-67DC-433B-AACC-335245F34331}" type="presParOf" srcId="{39B20889-5BEB-49FB-84B0-1F2D949DEB4E}" destId="{48110EE3-053C-4738-8BC5-8AA87B9B14F7}" srcOrd="0" destOrd="0" presId="urn:microsoft.com/office/officeart/2005/8/layout/vList2"/>
    <dgm:cxn modelId="{46F18B61-4598-4568-BCAD-563D3C91534F}" type="presParOf" srcId="{39B20889-5BEB-49FB-84B0-1F2D949DEB4E}" destId="{9C4B147D-5C22-438E-A215-290C319D4E84}" srcOrd="1" destOrd="0" presId="urn:microsoft.com/office/officeart/2005/8/layout/vList2"/>
    <dgm:cxn modelId="{608BC108-8A47-420E-B124-5D6C6D503F10}" type="presParOf" srcId="{39B20889-5BEB-49FB-84B0-1F2D949DEB4E}" destId="{7020BEC4-EB07-41BC-B654-144B4EC2FE9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B7DD234-10C4-4AF3-8D12-2E5D22DF5EE8}"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1A7BA589-3060-49E3-A3E1-FDC6B5A2CE32}">
      <dgm:prSet/>
      <dgm:spPr/>
      <dgm:t>
        <a:bodyPr/>
        <a:lstStyle/>
        <a:p>
          <a:r>
            <a:rPr lang="en-US" i="1" dirty="0"/>
            <a:t>Describe the exact order you implemented your three most complex mobile features and why that order reduced risk.</a:t>
          </a:r>
          <a:endParaRPr lang="en-US" dirty="0"/>
        </a:p>
      </dgm:t>
    </dgm:pt>
    <dgm:pt modelId="{B56D06CC-5AAF-49B0-8EA7-5C852CC273B0}" type="parTrans" cxnId="{3B7B69C5-5F52-4EA5-A5C3-81A961301C69}">
      <dgm:prSet/>
      <dgm:spPr/>
      <dgm:t>
        <a:bodyPr/>
        <a:lstStyle/>
        <a:p>
          <a:endParaRPr lang="en-US"/>
        </a:p>
      </dgm:t>
    </dgm:pt>
    <dgm:pt modelId="{9DAADEC1-4D2E-4AC5-9CDF-E0C3071A6062}" type="sibTrans" cxnId="{3B7B69C5-5F52-4EA5-A5C3-81A961301C69}">
      <dgm:prSet/>
      <dgm:spPr/>
      <dgm:t>
        <a:bodyPr/>
        <a:lstStyle/>
        <a:p>
          <a:endParaRPr lang="en-US"/>
        </a:p>
      </dgm:t>
    </dgm:pt>
    <dgm:pt modelId="{14303137-E8C7-4E2B-BABA-34D41F3DFE96}">
      <dgm:prSet/>
      <dgm:spPr/>
      <dgm:t>
        <a:bodyPr/>
        <a:lstStyle/>
        <a:p>
          <a:r>
            <a:rPr lang="en-US"/>
            <a:t>I implemented authentication first, then Firestore playlists/voting, then recommendations/notifications. This order reduced risk because users needed to log in before saving data, Firestore needed to work before recommendations could use that data, and notifications were added last because they depend on app events already being created.</a:t>
          </a:r>
        </a:p>
      </dgm:t>
    </dgm:pt>
    <dgm:pt modelId="{5381DD10-92C4-407C-AF8C-6D48CF117380}" type="parTrans" cxnId="{AA3614BD-45DD-4470-9E73-B7FD6854FDD1}">
      <dgm:prSet/>
      <dgm:spPr/>
      <dgm:t>
        <a:bodyPr/>
        <a:lstStyle/>
        <a:p>
          <a:endParaRPr lang="en-US"/>
        </a:p>
      </dgm:t>
    </dgm:pt>
    <dgm:pt modelId="{3A7C74AF-9A18-45E8-91D7-6084AF6730BE}" type="sibTrans" cxnId="{AA3614BD-45DD-4470-9E73-B7FD6854FDD1}">
      <dgm:prSet/>
      <dgm:spPr/>
      <dgm:t>
        <a:bodyPr/>
        <a:lstStyle/>
        <a:p>
          <a:endParaRPr lang="en-US"/>
        </a:p>
      </dgm:t>
    </dgm:pt>
    <dgm:pt modelId="{B767610F-0A71-4727-B59D-448C55F55B23}" type="pres">
      <dgm:prSet presAssocID="{8B7DD234-10C4-4AF3-8D12-2E5D22DF5EE8}" presName="vert0" presStyleCnt="0">
        <dgm:presLayoutVars>
          <dgm:dir/>
          <dgm:animOne val="branch"/>
          <dgm:animLvl val="lvl"/>
        </dgm:presLayoutVars>
      </dgm:prSet>
      <dgm:spPr/>
    </dgm:pt>
    <dgm:pt modelId="{AB753D52-0423-49E8-93EA-0713499B0CB8}" type="pres">
      <dgm:prSet presAssocID="{1A7BA589-3060-49E3-A3E1-FDC6B5A2CE32}" presName="thickLine" presStyleLbl="alignNode1" presStyleIdx="0" presStyleCnt="2"/>
      <dgm:spPr/>
    </dgm:pt>
    <dgm:pt modelId="{3367339B-3F7E-4121-81E5-A25CDD2952E9}" type="pres">
      <dgm:prSet presAssocID="{1A7BA589-3060-49E3-A3E1-FDC6B5A2CE32}" presName="horz1" presStyleCnt="0"/>
      <dgm:spPr/>
    </dgm:pt>
    <dgm:pt modelId="{5A0A0BCF-4A57-41E6-B2E7-AC876F5CEC85}" type="pres">
      <dgm:prSet presAssocID="{1A7BA589-3060-49E3-A3E1-FDC6B5A2CE32}" presName="tx1" presStyleLbl="revTx" presStyleIdx="0" presStyleCnt="2"/>
      <dgm:spPr/>
    </dgm:pt>
    <dgm:pt modelId="{538E7A17-C006-4DC7-90C9-081DE42E0F43}" type="pres">
      <dgm:prSet presAssocID="{1A7BA589-3060-49E3-A3E1-FDC6B5A2CE32}" presName="vert1" presStyleCnt="0"/>
      <dgm:spPr/>
    </dgm:pt>
    <dgm:pt modelId="{0469D589-2EB9-4575-A263-76924CDCC097}" type="pres">
      <dgm:prSet presAssocID="{14303137-E8C7-4E2B-BABA-34D41F3DFE96}" presName="thickLine" presStyleLbl="alignNode1" presStyleIdx="1" presStyleCnt="2"/>
      <dgm:spPr/>
    </dgm:pt>
    <dgm:pt modelId="{8B4448BD-260C-4BD3-AB61-50D0B2BD29BA}" type="pres">
      <dgm:prSet presAssocID="{14303137-E8C7-4E2B-BABA-34D41F3DFE96}" presName="horz1" presStyleCnt="0"/>
      <dgm:spPr/>
    </dgm:pt>
    <dgm:pt modelId="{36022789-4AB5-45D2-9695-859BF2CECE54}" type="pres">
      <dgm:prSet presAssocID="{14303137-E8C7-4E2B-BABA-34D41F3DFE96}" presName="tx1" presStyleLbl="revTx" presStyleIdx="1" presStyleCnt="2"/>
      <dgm:spPr/>
    </dgm:pt>
    <dgm:pt modelId="{6C64AA54-8B15-4620-8216-84A4F81F560E}" type="pres">
      <dgm:prSet presAssocID="{14303137-E8C7-4E2B-BABA-34D41F3DFE96}" presName="vert1" presStyleCnt="0"/>
      <dgm:spPr/>
    </dgm:pt>
  </dgm:ptLst>
  <dgm:cxnLst>
    <dgm:cxn modelId="{8D581E21-8EA9-491F-8F77-1C0A521E5BA0}" type="presOf" srcId="{14303137-E8C7-4E2B-BABA-34D41F3DFE96}" destId="{36022789-4AB5-45D2-9695-859BF2CECE54}" srcOrd="0" destOrd="0" presId="urn:microsoft.com/office/officeart/2008/layout/LinedList"/>
    <dgm:cxn modelId="{993CCD9E-874C-467D-BC67-95EC4B65C6A5}" type="presOf" srcId="{1A7BA589-3060-49E3-A3E1-FDC6B5A2CE32}" destId="{5A0A0BCF-4A57-41E6-B2E7-AC876F5CEC85}" srcOrd="0" destOrd="0" presId="urn:microsoft.com/office/officeart/2008/layout/LinedList"/>
    <dgm:cxn modelId="{AA3614BD-45DD-4470-9E73-B7FD6854FDD1}" srcId="{8B7DD234-10C4-4AF3-8D12-2E5D22DF5EE8}" destId="{14303137-E8C7-4E2B-BABA-34D41F3DFE96}" srcOrd="1" destOrd="0" parTransId="{5381DD10-92C4-407C-AF8C-6D48CF117380}" sibTransId="{3A7C74AF-9A18-45E8-91D7-6084AF6730BE}"/>
    <dgm:cxn modelId="{3B7B69C5-5F52-4EA5-A5C3-81A961301C69}" srcId="{8B7DD234-10C4-4AF3-8D12-2E5D22DF5EE8}" destId="{1A7BA589-3060-49E3-A3E1-FDC6B5A2CE32}" srcOrd="0" destOrd="0" parTransId="{B56D06CC-5AAF-49B0-8EA7-5C852CC273B0}" sibTransId="{9DAADEC1-4D2E-4AC5-9CDF-E0C3071A6062}"/>
    <dgm:cxn modelId="{D83737DB-A26C-4432-A826-C369D272BE9B}" type="presOf" srcId="{8B7DD234-10C4-4AF3-8D12-2E5D22DF5EE8}" destId="{B767610F-0A71-4727-B59D-448C55F55B23}" srcOrd="0" destOrd="0" presId="urn:microsoft.com/office/officeart/2008/layout/LinedList"/>
    <dgm:cxn modelId="{7B7E45AD-49CF-4A83-8092-E3158088A549}" type="presParOf" srcId="{B767610F-0A71-4727-B59D-448C55F55B23}" destId="{AB753D52-0423-49E8-93EA-0713499B0CB8}" srcOrd="0" destOrd="0" presId="urn:microsoft.com/office/officeart/2008/layout/LinedList"/>
    <dgm:cxn modelId="{1E654B7D-F628-4C32-A34D-61684A999AC9}" type="presParOf" srcId="{B767610F-0A71-4727-B59D-448C55F55B23}" destId="{3367339B-3F7E-4121-81E5-A25CDD2952E9}" srcOrd="1" destOrd="0" presId="urn:microsoft.com/office/officeart/2008/layout/LinedList"/>
    <dgm:cxn modelId="{71F8BB03-085A-4C28-93DD-1CD6A9F3A930}" type="presParOf" srcId="{3367339B-3F7E-4121-81E5-A25CDD2952E9}" destId="{5A0A0BCF-4A57-41E6-B2E7-AC876F5CEC85}" srcOrd="0" destOrd="0" presId="urn:microsoft.com/office/officeart/2008/layout/LinedList"/>
    <dgm:cxn modelId="{02222C5E-735B-4BB2-8CCF-AFBD8A78DA2E}" type="presParOf" srcId="{3367339B-3F7E-4121-81E5-A25CDD2952E9}" destId="{538E7A17-C006-4DC7-90C9-081DE42E0F43}" srcOrd="1" destOrd="0" presId="urn:microsoft.com/office/officeart/2008/layout/LinedList"/>
    <dgm:cxn modelId="{7EEC9CA9-FDBB-4447-9DF9-903ACF078289}" type="presParOf" srcId="{B767610F-0A71-4727-B59D-448C55F55B23}" destId="{0469D589-2EB9-4575-A263-76924CDCC097}" srcOrd="2" destOrd="0" presId="urn:microsoft.com/office/officeart/2008/layout/LinedList"/>
    <dgm:cxn modelId="{E334A8D3-41E0-4FF3-88CE-9C758E72471F}" type="presParOf" srcId="{B767610F-0A71-4727-B59D-448C55F55B23}" destId="{8B4448BD-260C-4BD3-AB61-50D0B2BD29BA}" srcOrd="3" destOrd="0" presId="urn:microsoft.com/office/officeart/2008/layout/LinedList"/>
    <dgm:cxn modelId="{8200D3D9-8D0C-4487-8445-26D8F3D8D9F5}" type="presParOf" srcId="{8B4448BD-260C-4BD3-AB61-50D0B2BD29BA}" destId="{36022789-4AB5-45D2-9695-859BF2CECE54}" srcOrd="0" destOrd="0" presId="urn:microsoft.com/office/officeart/2008/layout/LinedList"/>
    <dgm:cxn modelId="{D1D658AA-EB7A-4AC9-84FC-A190199B4487}" type="presParOf" srcId="{8B4448BD-260C-4BD3-AB61-50D0B2BD29BA}" destId="{6C64AA54-8B15-4620-8216-84A4F81F560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6661DE0-8F51-415A-8A06-E72857471C26}"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F78CED6-FA24-4E2D-B474-86CFF7D22950}">
      <dgm:prSet/>
      <dgm:spPr/>
      <dgm:t>
        <a:bodyPr/>
        <a:lstStyle/>
        <a:p>
          <a:r>
            <a:rPr lang="en-US" i="1"/>
            <a:t>Explain one real synchronization bug you encountered between app state and backend/local data.</a:t>
          </a:r>
          <a:endParaRPr lang="en-US"/>
        </a:p>
      </dgm:t>
    </dgm:pt>
    <dgm:pt modelId="{EDC0ABA9-DAE8-46E6-9B5F-79711437ECFA}" type="parTrans" cxnId="{2BC1FB4A-32EA-42CF-81D5-18CC685CD3E1}">
      <dgm:prSet/>
      <dgm:spPr/>
      <dgm:t>
        <a:bodyPr/>
        <a:lstStyle/>
        <a:p>
          <a:endParaRPr lang="en-US"/>
        </a:p>
      </dgm:t>
    </dgm:pt>
    <dgm:pt modelId="{2662A79C-E6FD-48E7-8505-01F6663171B2}" type="sibTrans" cxnId="{2BC1FB4A-32EA-42CF-81D5-18CC685CD3E1}">
      <dgm:prSet/>
      <dgm:spPr/>
      <dgm:t>
        <a:bodyPr/>
        <a:lstStyle/>
        <a:p>
          <a:endParaRPr lang="en-US"/>
        </a:p>
      </dgm:t>
    </dgm:pt>
    <dgm:pt modelId="{8F7C8724-64DE-4FAB-B736-533CF99EBB5E}">
      <dgm:prSet/>
      <dgm:spPr/>
      <dgm:t>
        <a:bodyPr/>
        <a:lstStyle/>
        <a:p>
          <a:r>
            <a:rPr lang="en-US"/>
            <a:t>One synchronization bug was when the app showed old playlist data after a song was added. Firestore had the new song, but the UI did not update until I refreshed. I fixed it by using StreamBuilder instead of only loading the data once.</a:t>
          </a:r>
        </a:p>
      </dgm:t>
    </dgm:pt>
    <dgm:pt modelId="{50EA0872-EC31-40FB-81D9-18857AAAE2E5}" type="parTrans" cxnId="{0C66AEE6-5104-4EB9-80E7-45FB3BB337B2}">
      <dgm:prSet/>
      <dgm:spPr/>
      <dgm:t>
        <a:bodyPr/>
        <a:lstStyle/>
        <a:p>
          <a:endParaRPr lang="en-US"/>
        </a:p>
      </dgm:t>
    </dgm:pt>
    <dgm:pt modelId="{898D8098-648E-4478-B9BE-5B0E0DD5C180}" type="sibTrans" cxnId="{0C66AEE6-5104-4EB9-80E7-45FB3BB337B2}">
      <dgm:prSet/>
      <dgm:spPr/>
      <dgm:t>
        <a:bodyPr/>
        <a:lstStyle/>
        <a:p>
          <a:endParaRPr lang="en-US"/>
        </a:p>
      </dgm:t>
    </dgm:pt>
    <dgm:pt modelId="{3872521E-3A46-4DBA-8D42-0C0266FF8111}" type="pres">
      <dgm:prSet presAssocID="{16661DE0-8F51-415A-8A06-E72857471C26}" presName="vert0" presStyleCnt="0">
        <dgm:presLayoutVars>
          <dgm:dir/>
          <dgm:animOne val="branch"/>
          <dgm:animLvl val="lvl"/>
        </dgm:presLayoutVars>
      </dgm:prSet>
      <dgm:spPr/>
    </dgm:pt>
    <dgm:pt modelId="{9C15E5DF-C609-4E27-B209-39F7069948F2}" type="pres">
      <dgm:prSet presAssocID="{AF78CED6-FA24-4E2D-B474-86CFF7D22950}" presName="thickLine" presStyleLbl="alignNode1" presStyleIdx="0" presStyleCnt="2"/>
      <dgm:spPr/>
    </dgm:pt>
    <dgm:pt modelId="{4B2A2F4B-34CE-4BA1-B732-F89D7A2A1C81}" type="pres">
      <dgm:prSet presAssocID="{AF78CED6-FA24-4E2D-B474-86CFF7D22950}" presName="horz1" presStyleCnt="0"/>
      <dgm:spPr/>
    </dgm:pt>
    <dgm:pt modelId="{8AED72DC-53FA-44FA-86A8-866B505822DB}" type="pres">
      <dgm:prSet presAssocID="{AF78CED6-FA24-4E2D-B474-86CFF7D22950}" presName="tx1" presStyleLbl="revTx" presStyleIdx="0" presStyleCnt="2"/>
      <dgm:spPr/>
    </dgm:pt>
    <dgm:pt modelId="{2D1EB762-5D0D-4F34-B200-8FE2AFFA9924}" type="pres">
      <dgm:prSet presAssocID="{AF78CED6-FA24-4E2D-B474-86CFF7D22950}" presName="vert1" presStyleCnt="0"/>
      <dgm:spPr/>
    </dgm:pt>
    <dgm:pt modelId="{AE9754F1-1A2C-42E4-BA5B-B91BC76BE8D5}" type="pres">
      <dgm:prSet presAssocID="{8F7C8724-64DE-4FAB-B736-533CF99EBB5E}" presName="thickLine" presStyleLbl="alignNode1" presStyleIdx="1" presStyleCnt="2"/>
      <dgm:spPr/>
    </dgm:pt>
    <dgm:pt modelId="{6C1D39F0-18B6-49E2-A8FB-E8B63B4D1D96}" type="pres">
      <dgm:prSet presAssocID="{8F7C8724-64DE-4FAB-B736-533CF99EBB5E}" presName="horz1" presStyleCnt="0"/>
      <dgm:spPr/>
    </dgm:pt>
    <dgm:pt modelId="{8AB59EF4-47B0-4CF5-BB37-F45EC30727D1}" type="pres">
      <dgm:prSet presAssocID="{8F7C8724-64DE-4FAB-B736-533CF99EBB5E}" presName="tx1" presStyleLbl="revTx" presStyleIdx="1" presStyleCnt="2"/>
      <dgm:spPr/>
    </dgm:pt>
    <dgm:pt modelId="{C10C98F8-E815-4F27-A1A5-DB83BA64A1F0}" type="pres">
      <dgm:prSet presAssocID="{8F7C8724-64DE-4FAB-B736-533CF99EBB5E}" presName="vert1" presStyleCnt="0"/>
      <dgm:spPr/>
    </dgm:pt>
  </dgm:ptLst>
  <dgm:cxnLst>
    <dgm:cxn modelId="{4507A643-1692-4073-9F16-CED0FC7B97BD}" type="presOf" srcId="{8F7C8724-64DE-4FAB-B736-533CF99EBB5E}" destId="{8AB59EF4-47B0-4CF5-BB37-F45EC30727D1}" srcOrd="0" destOrd="0" presId="urn:microsoft.com/office/officeart/2008/layout/LinedList"/>
    <dgm:cxn modelId="{2BC1FB4A-32EA-42CF-81D5-18CC685CD3E1}" srcId="{16661DE0-8F51-415A-8A06-E72857471C26}" destId="{AF78CED6-FA24-4E2D-B474-86CFF7D22950}" srcOrd="0" destOrd="0" parTransId="{EDC0ABA9-DAE8-46E6-9B5F-79711437ECFA}" sibTransId="{2662A79C-E6FD-48E7-8505-01F6663171B2}"/>
    <dgm:cxn modelId="{FA20EBA4-38E7-4E7A-ABEA-29A6E43FF3A3}" type="presOf" srcId="{16661DE0-8F51-415A-8A06-E72857471C26}" destId="{3872521E-3A46-4DBA-8D42-0C0266FF8111}" srcOrd="0" destOrd="0" presId="urn:microsoft.com/office/officeart/2008/layout/LinedList"/>
    <dgm:cxn modelId="{85B35FCE-AB57-4AE7-BE22-340DF995D915}" type="presOf" srcId="{AF78CED6-FA24-4E2D-B474-86CFF7D22950}" destId="{8AED72DC-53FA-44FA-86A8-866B505822DB}" srcOrd="0" destOrd="0" presId="urn:microsoft.com/office/officeart/2008/layout/LinedList"/>
    <dgm:cxn modelId="{0C66AEE6-5104-4EB9-80E7-45FB3BB337B2}" srcId="{16661DE0-8F51-415A-8A06-E72857471C26}" destId="{8F7C8724-64DE-4FAB-B736-533CF99EBB5E}" srcOrd="1" destOrd="0" parTransId="{50EA0872-EC31-40FB-81D9-18857AAAE2E5}" sibTransId="{898D8098-648E-4478-B9BE-5B0E0DD5C180}"/>
    <dgm:cxn modelId="{8761EAC2-F7D7-4890-A635-25B7BD6F8C31}" type="presParOf" srcId="{3872521E-3A46-4DBA-8D42-0C0266FF8111}" destId="{9C15E5DF-C609-4E27-B209-39F7069948F2}" srcOrd="0" destOrd="0" presId="urn:microsoft.com/office/officeart/2008/layout/LinedList"/>
    <dgm:cxn modelId="{0C770B83-D2C7-4370-BD3E-BA17CFEA23A1}" type="presParOf" srcId="{3872521E-3A46-4DBA-8D42-0C0266FF8111}" destId="{4B2A2F4B-34CE-4BA1-B732-F89D7A2A1C81}" srcOrd="1" destOrd="0" presId="urn:microsoft.com/office/officeart/2008/layout/LinedList"/>
    <dgm:cxn modelId="{F17A6021-C82A-4B56-9BFD-85EA67902820}" type="presParOf" srcId="{4B2A2F4B-34CE-4BA1-B732-F89D7A2A1C81}" destId="{8AED72DC-53FA-44FA-86A8-866B505822DB}" srcOrd="0" destOrd="0" presId="urn:microsoft.com/office/officeart/2008/layout/LinedList"/>
    <dgm:cxn modelId="{9B623B4C-B657-4F60-A81C-92DAB5EA5528}" type="presParOf" srcId="{4B2A2F4B-34CE-4BA1-B732-F89D7A2A1C81}" destId="{2D1EB762-5D0D-4F34-B200-8FE2AFFA9924}" srcOrd="1" destOrd="0" presId="urn:microsoft.com/office/officeart/2008/layout/LinedList"/>
    <dgm:cxn modelId="{4F79BC65-6320-4B2D-8E9F-87175E794E0C}" type="presParOf" srcId="{3872521E-3A46-4DBA-8D42-0C0266FF8111}" destId="{AE9754F1-1A2C-42E4-BA5B-B91BC76BE8D5}" srcOrd="2" destOrd="0" presId="urn:microsoft.com/office/officeart/2008/layout/LinedList"/>
    <dgm:cxn modelId="{B9DC9C1C-838C-42EE-B467-5D22AD673254}" type="presParOf" srcId="{3872521E-3A46-4DBA-8D42-0C0266FF8111}" destId="{6C1D39F0-18B6-49E2-A8FB-E8B63B4D1D96}" srcOrd="3" destOrd="0" presId="urn:microsoft.com/office/officeart/2008/layout/LinedList"/>
    <dgm:cxn modelId="{92CB9B83-E434-4EF4-8D51-88FCB6B31D27}" type="presParOf" srcId="{6C1D39F0-18B6-49E2-A8FB-E8B63B4D1D96}" destId="{8AB59EF4-47B0-4CF5-BB37-F45EC30727D1}" srcOrd="0" destOrd="0" presId="urn:microsoft.com/office/officeart/2008/layout/LinedList"/>
    <dgm:cxn modelId="{957FE864-D245-4E31-99F8-E8A2B7B6DC99}" type="presParOf" srcId="{6C1D39F0-18B6-49E2-A8FB-E8B63B4D1D96}" destId="{C10C98F8-E815-4F27-A1A5-DB83BA64A1F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1D93AC3-115A-4194-9315-4DDE59D19F53}"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54492EE9-901A-4EC4-AEB8-EB5CABCF80F8}">
      <dgm:prSet/>
      <dgm:spPr/>
      <dgm:t>
        <a:bodyPr/>
        <a:lstStyle/>
        <a:p>
          <a:r>
            <a:rPr lang="en-US" i="1"/>
            <a:t>Which feature was reworked after user-flow testing, and what changed in code and UI behavior?</a:t>
          </a:r>
          <a:endParaRPr lang="en-US"/>
        </a:p>
      </dgm:t>
    </dgm:pt>
    <dgm:pt modelId="{53D83D01-C33B-4FFD-9FC8-E35E7CB5556B}" type="parTrans" cxnId="{27035919-D81A-4836-9967-7B9DFC89A2C4}">
      <dgm:prSet/>
      <dgm:spPr/>
      <dgm:t>
        <a:bodyPr/>
        <a:lstStyle/>
        <a:p>
          <a:endParaRPr lang="en-US"/>
        </a:p>
      </dgm:t>
    </dgm:pt>
    <dgm:pt modelId="{5B33783B-75BE-474C-82F8-04CEF04FF625}" type="sibTrans" cxnId="{27035919-D81A-4836-9967-7B9DFC89A2C4}">
      <dgm:prSet/>
      <dgm:spPr/>
      <dgm:t>
        <a:bodyPr/>
        <a:lstStyle/>
        <a:p>
          <a:endParaRPr lang="en-US"/>
        </a:p>
      </dgm:t>
    </dgm:pt>
    <dgm:pt modelId="{4BB65A69-9CC6-4520-9AF6-CDBDD3D6E2E1}">
      <dgm:prSet/>
      <dgm:spPr/>
      <dgm:t>
        <a:bodyPr/>
        <a:lstStyle/>
        <a:p>
          <a:r>
            <a:rPr lang="en-US"/>
            <a:t>The playlist flow was reworked after testing. At first, users had to go through too many steps to create and open a playlist. I changed the UI so the playlist list has a simple add button, and after creating a playlist, the app returns back to the playlist screen.</a:t>
          </a:r>
        </a:p>
      </dgm:t>
    </dgm:pt>
    <dgm:pt modelId="{B3FBAC3B-772F-4B91-8B7A-42A5314342D2}" type="parTrans" cxnId="{F18307EA-9575-4348-95BA-94851E5902B2}">
      <dgm:prSet/>
      <dgm:spPr/>
      <dgm:t>
        <a:bodyPr/>
        <a:lstStyle/>
        <a:p>
          <a:endParaRPr lang="en-US"/>
        </a:p>
      </dgm:t>
    </dgm:pt>
    <dgm:pt modelId="{6985EDBE-4F55-48CF-B44C-DE6808C6D872}" type="sibTrans" cxnId="{F18307EA-9575-4348-95BA-94851E5902B2}">
      <dgm:prSet/>
      <dgm:spPr/>
      <dgm:t>
        <a:bodyPr/>
        <a:lstStyle/>
        <a:p>
          <a:endParaRPr lang="en-US"/>
        </a:p>
      </dgm:t>
    </dgm:pt>
    <dgm:pt modelId="{4F7BE765-BEC0-4970-83A0-2EEF67AC3B7B}" type="pres">
      <dgm:prSet presAssocID="{F1D93AC3-115A-4194-9315-4DDE59D19F53}" presName="vert0" presStyleCnt="0">
        <dgm:presLayoutVars>
          <dgm:dir/>
          <dgm:animOne val="branch"/>
          <dgm:animLvl val="lvl"/>
        </dgm:presLayoutVars>
      </dgm:prSet>
      <dgm:spPr/>
    </dgm:pt>
    <dgm:pt modelId="{A817E23D-BAC5-4918-9F5A-6201C4846D7B}" type="pres">
      <dgm:prSet presAssocID="{54492EE9-901A-4EC4-AEB8-EB5CABCF80F8}" presName="thickLine" presStyleLbl="alignNode1" presStyleIdx="0" presStyleCnt="2"/>
      <dgm:spPr/>
    </dgm:pt>
    <dgm:pt modelId="{4DE63BA6-25F6-4271-AF9E-546808BD9536}" type="pres">
      <dgm:prSet presAssocID="{54492EE9-901A-4EC4-AEB8-EB5CABCF80F8}" presName="horz1" presStyleCnt="0"/>
      <dgm:spPr/>
    </dgm:pt>
    <dgm:pt modelId="{CAD019E4-D037-40F0-9B95-133317E35E85}" type="pres">
      <dgm:prSet presAssocID="{54492EE9-901A-4EC4-AEB8-EB5CABCF80F8}" presName="tx1" presStyleLbl="revTx" presStyleIdx="0" presStyleCnt="2"/>
      <dgm:spPr/>
    </dgm:pt>
    <dgm:pt modelId="{DF4A1216-DC39-4190-8746-4CE8AE98FB68}" type="pres">
      <dgm:prSet presAssocID="{54492EE9-901A-4EC4-AEB8-EB5CABCF80F8}" presName="vert1" presStyleCnt="0"/>
      <dgm:spPr/>
    </dgm:pt>
    <dgm:pt modelId="{A7505CB3-77A9-4F22-952A-D1BD52F7217E}" type="pres">
      <dgm:prSet presAssocID="{4BB65A69-9CC6-4520-9AF6-CDBDD3D6E2E1}" presName="thickLine" presStyleLbl="alignNode1" presStyleIdx="1" presStyleCnt="2"/>
      <dgm:spPr/>
    </dgm:pt>
    <dgm:pt modelId="{9ED5CE06-42B0-4EAD-B016-F4BBE7969A46}" type="pres">
      <dgm:prSet presAssocID="{4BB65A69-9CC6-4520-9AF6-CDBDD3D6E2E1}" presName="horz1" presStyleCnt="0"/>
      <dgm:spPr/>
    </dgm:pt>
    <dgm:pt modelId="{B2482C62-810C-452C-80A2-A1F2767CBC22}" type="pres">
      <dgm:prSet presAssocID="{4BB65A69-9CC6-4520-9AF6-CDBDD3D6E2E1}" presName="tx1" presStyleLbl="revTx" presStyleIdx="1" presStyleCnt="2"/>
      <dgm:spPr/>
    </dgm:pt>
    <dgm:pt modelId="{6A0ECDEC-FCD2-473F-A3B2-2E38B902C3F5}" type="pres">
      <dgm:prSet presAssocID="{4BB65A69-9CC6-4520-9AF6-CDBDD3D6E2E1}" presName="vert1" presStyleCnt="0"/>
      <dgm:spPr/>
    </dgm:pt>
  </dgm:ptLst>
  <dgm:cxnLst>
    <dgm:cxn modelId="{27035919-D81A-4836-9967-7B9DFC89A2C4}" srcId="{F1D93AC3-115A-4194-9315-4DDE59D19F53}" destId="{54492EE9-901A-4EC4-AEB8-EB5CABCF80F8}" srcOrd="0" destOrd="0" parTransId="{53D83D01-C33B-4FFD-9FC8-E35E7CB5556B}" sibTransId="{5B33783B-75BE-474C-82F8-04CEF04FF625}"/>
    <dgm:cxn modelId="{29253E4D-BB72-4533-9594-E9B1B66F8BB8}" type="presOf" srcId="{54492EE9-901A-4EC4-AEB8-EB5CABCF80F8}" destId="{CAD019E4-D037-40F0-9B95-133317E35E85}" srcOrd="0" destOrd="0" presId="urn:microsoft.com/office/officeart/2008/layout/LinedList"/>
    <dgm:cxn modelId="{AA7A6F57-A103-4DE7-BB60-3FA17BEFCAC7}" type="presOf" srcId="{4BB65A69-9CC6-4520-9AF6-CDBDD3D6E2E1}" destId="{B2482C62-810C-452C-80A2-A1F2767CBC22}" srcOrd="0" destOrd="0" presId="urn:microsoft.com/office/officeart/2008/layout/LinedList"/>
    <dgm:cxn modelId="{F18307EA-9575-4348-95BA-94851E5902B2}" srcId="{F1D93AC3-115A-4194-9315-4DDE59D19F53}" destId="{4BB65A69-9CC6-4520-9AF6-CDBDD3D6E2E1}" srcOrd="1" destOrd="0" parTransId="{B3FBAC3B-772F-4B91-8B7A-42A5314342D2}" sibTransId="{6985EDBE-4F55-48CF-B44C-DE6808C6D872}"/>
    <dgm:cxn modelId="{0232ECEB-B0B5-42EC-997D-02290E5102F4}" type="presOf" srcId="{F1D93AC3-115A-4194-9315-4DDE59D19F53}" destId="{4F7BE765-BEC0-4970-83A0-2EEF67AC3B7B}" srcOrd="0" destOrd="0" presId="urn:microsoft.com/office/officeart/2008/layout/LinedList"/>
    <dgm:cxn modelId="{47029326-1F89-45A6-A2C1-4F56B47345C5}" type="presParOf" srcId="{4F7BE765-BEC0-4970-83A0-2EEF67AC3B7B}" destId="{A817E23D-BAC5-4918-9F5A-6201C4846D7B}" srcOrd="0" destOrd="0" presId="urn:microsoft.com/office/officeart/2008/layout/LinedList"/>
    <dgm:cxn modelId="{1EBE0845-9B3D-4C6B-B8CE-54BFA870025C}" type="presParOf" srcId="{4F7BE765-BEC0-4970-83A0-2EEF67AC3B7B}" destId="{4DE63BA6-25F6-4271-AF9E-546808BD9536}" srcOrd="1" destOrd="0" presId="urn:microsoft.com/office/officeart/2008/layout/LinedList"/>
    <dgm:cxn modelId="{B77B1EB5-7EE9-4451-851F-BAF6116F7EA3}" type="presParOf" srcId="{4DE63BA6-25F6-4271-AF9E-546808BD9536}" destId="{CAD019E4-D037-40F0-9B95-133317E35E85}" srcOrd="0" destOrd="0" presId="urn:microsoft.com/office/officeart/2008/layout/LinedList"/>
    <dgm:cxn modelId="{2E3F80DD-A159-465D-88C1-E08147BBAE32}" type="presParOf" srcId="{4DE63BA6-25F6-4271-AF9E-546808BD9536}" destId="{DF4A1216-DC39-4190-8746-4CE8AE98FB68}" srcOrd="1" destOrd="0" presId="urn:microsoft.com/office/officeart/2008/layout/LinedList"/>
    <dgm:cxn modelId="{CBB596DA-BC8F-45F4-868D-10A00117801A}" type="presParOf" srcId="{4F7BE765-BEC0-4970-83A0-2EEF67AC3B7B}" destId="{A7505CB3-77A9-4F22-952A-D1BD52F7217E}" srcOrd="2" destOrd="0" presId="urn:microsoft.com/office/officeart/2008/layout/LinedList"/>
    <dgm:cxn modelId="{7D99D868-519E-4C0B-BB4A-0BB68C1CE7C9}" type="presParOf" srcId="{4F7BE765-BEC0-4970-83A0-2EEF67AC3B7B}" destId="{9ED5CE06-42B0-4EAD-B016-F4BBE7969A46}" srcOrd="3" destOrd="0" presId="urn:microsoft.com/office/officeart/2008/layout/LinedList"/>
    <dgm:cxn modelId="{B30E3B0B-702D-47A4-B126-9D0B62B1A32A}" type="presParOf" srcId="{9ED5CE06-42B0-4EAD-B016-F4BBE7969A46}" destId="{B2482C62-810C-452C-80A2-A1F2767CBC22}" srcOrd="0" destOrd="0" presId="urn:microsoft.com/office/officeart/2008/layout/LinedList"/>
    <dgm:cxn modelId="{7C2A297C-0D5F-4DF3-8DCC-3B62495C4751}" type="presParOf" srcId="{9ED5CE06-42B0-4EAD-B016-F4BBE7969A46}" destId="{6A0ECDEC-FCD2-473F-A3B2-2E38B902C3F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526B1A3-3CB7-4503-86BB-0CF3B8220383}"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ECD7769F-C524-48A4-892D-E1613678A8F1}">
      <dgm:prSet/>
      <dgm:spPr/>
      <dgm:t>
        <a:bodyPr/>
        <a:lstStyle/>
        <a:p>
          <a:r>
            <a:rPr lang="en-US" i="1"/>
            <a:t>How does your current navigation structure support maintainability and future feature additions?</a:t>
          </a:r>
          <a:endParaRPr lang="en-US"/>
        </a:p>
      </dgm:t>
    </dgm:pt>
    <dgm:pt modelId="{597FDD65-3B08-4250-808B-55A5B1261E89}" type="parTrans" cxnId="{ED417BB6-5DC4-4B7A-B871-230FB25B61ED}">
      <dgm:prSet/>
      <dgm:spPr/>
      <dgm:t>
        <a:bodyPr/>
        <a:lstStyle/>
        <a:p>
          <a:endParaRPr lang="en-US"/>
        </a:p>
      </dgm:t>
    </dgm:pt>
    <dgm:pt modelId="{E73932A5-7E5F-4EA9-AE96-F5ACBFB27C36}" type="sibTrans" cxnId="{ED417BB6-5DC4-4B7A-B871-230FB25B61ED}">
      <dgm:prSet/>
      <dgm:spPr/>
      <dgm:t>
        <a:bodyPr/>
        <a:lstStyle/>
        <a:p>
          <a:endParaRPr lang="en-US"/>
        </a:p>
      </dgm:t>
    </dgm:pt>
    <dgm:pt modelId="{41A1C193-2158-4DDC-8A33-9B490C9ED18B}">
      <dgm:prSet/>
      <dgm:spPr/>
      <dgm:t>
        <a:bodyPr/>
        <a:lstStyle/>
        <a:p>
          <a:r>
            <a:rPr lang="en-US"/>
            <a:t>The navigation is separated by feature folders like auth, home, playlists, chat, and recommendations. This makes the app easier to maintain because each feature has its own screen files, and new features can be added without changing the whole project.</a:t>
          </a:r>
        </a:p>
      </dgm:t>
    </dgm:pt>
    <dgm:pt modelId="{874DEE67-2A19-4078-BA4C-EABCEBBF8EF7}" type="parTrans" cxnId="{A0F65BD0-3942-4F34-9826-9C669C0F860F}">
      <dgm:prSet/>
      <dgm:spPr/>
      <dgm:t>
        <a:bodyPr/>
        <a:lstStyle/>
        <a:p>
          <a:endParaRPr lang="en-US"/>
        </a:p>
      </dgm:t>
    </dgm:pt>
    <dgm:pt modelId="{399D2916-5379-448B-9740-1AE05836026E}" type="sibTrans" cxnId="{A0F65BD0-3942-4F34-9826-9C669C0F860F}">
      <dgm:prSet/>
      <dgm:spPr/>
      <dgm:t>
        <a:bodyPr/>
        <a:lstStyle/>
        <a:p>
          <a:endParaRPr lang="en-US"/>
        </a:p>
      </dgm:t>
    </dgm:pt>
    <dgm:pt modelId="{169434CE-A90A-4857-8041-7BD7918E33A1}" type="pres">
      <dgm:prSet presAssocID="{3526B1A3-3CB7-4503-86BB-0CF3B8220383}" presName="vert0" presStyleCnt="0">
        <dgm:presLayoutVars>
          <dgm:dir/>
          <dgm:animOne val="branch"/>
          <dgm:animLvl val="lvl"/>
        </dgm:presLayoutVars>
      </dgm:prSet>
      <dgm:spPr/>
    </dgm:pt>
    <dgm:pt modelId="{95BBCF14-516C-4AA5-A035-A6FA54A327B2}" type="pres">
      <dgm:prSet presAssocID="{ECD7769F-C524-48A4-892D-E1613678A8F1}" presName="thickLine" presStyleLbl="alignNode1" presStyleIdx="0" presStyleCnt="2"/>
      <dgm:spPr/>
    </dgm:pt>
    <dgm:pt modelId="{261131A1-03A3-47D6-AEE4-485DB05BC13A}" type="pres">
      <dgm:prSet presAssocID="{ECD7769F-C524-48A4-892D-E1613678A8F1}" presName="horz1" presStyleCnt="0"/>
      <dgm:spPr/>
    </dgm:pt>
    <dgm:pt modelId="{C985C3E3-19D8-4251-8625-6188581D99B1}" type="pres">
      <dgm:prSet presAssocID="{ECD7769F-C524-48A4-892D-E1613678A8F1}" presName="tx1" presStyleLbl="revTx" presStyleIdx="0" presStyleCnt="2"/>
      <dgm:spPr/>
    </dgm:pt>
    <dgm:pt modelId="{810F5EBA-69AD-4BB5-8900-CD3DC6FDCFDC}" type="pres">
      <dgm:prSet presAssocID="{ECD7769F-C524-48A4-892D-E1613678A8F1}" presName="vert1" presStyleCnt="0"/>
      <dgm:spPr/>
    </dgm:pt>
    <dgm:pt modelId="{51BEC0FD-DDF3-40D6-8AE5-E5EF8A76EB72}" type="pres">
      <dgm:prSet presAssocID="{41A1C193-2158-4DDC-8A33-9B490C9ED18B}" presName="thickLine" presStyleLbl="alignNode1" presStyleIdx="1" presStyleCnt="2"/>
      <dgm:spPr/>
    </dgm:pt>
    <dgm:pt modelId="{AAD4C4B1-FBA9-4DBE-A626-9BF403C9B08F}" type="pres">
      <dgm:prSet presAssocID="{41A1C193-2158-4DDC-8A33-9B490C9ED18B}" presName="horz1" presStyleCnt="0"/>
      <dgm:spPr/>
    </dgm:pt>
    <dgm:pt modelId="{B2F47FAF-1CD7-4BA0-A124-E8E44BAE0062}" type="pres">
      <dgm:prSet presAssocID="{41A1C193-2158-4DDC-8A33-9B490C9ED18B}" presName="tx1" presStyleLbl="revTx" presStyleIdx="1" presStyleCnt="2"/>
      <dgm:spPr/>
    </dgm:pt>
    <dgm:pt modelId="{A1656311-2E16-40C2-BFDD-34EA6A0029D4}" type="pres">
      <dgm:prSet presAssocID="{41A1C193-2158-4DDC-8A33-9B490C9ED18B}" presName="vert1" presStyleCnt="0"/>
      <dgm:spPr/>
    </dgm:pt>
  </dgm:ptLst>
  <dgm:cxnLst>
    <dgm:cxn modelId="{87523B1B-2D7F-4398-9363-B8B7204FBE8D}" type="presOf" srcId="{41A1C193-2158-4DDC-8A33-9B490C9ED18B}" destId="{B2F47FAF-1CD7-4BA0-A124-E8E44BAE0062}" srcOrd="0" destOrd="0" presId="urn:microsoft.com/office/officeart/2008/layout/LinedList"/>
    <dgm:cxn modelId="{83FFB48C-9C5B-489A-A774-DEB129669878}" type="presOf" srcId="{3526B1A3-3CB7-4503-86BB-0CF3B8220383}" destId="{169434CE-A90A-4857-8041-7BD7918E33A1}" srcOrd="0" destOrd="0" presId="urn:microsoft.com/office/officeart/2008/layout/LinedList"/>
    <dgm:cxn modelId="{ED417BB6-5DC4-4B7A-B871-230FB25B61ED}" srcId="{3526B1A3-3CB7-4503-86BB-0CF3B8220383}" destId="{ECD7769F-C524-48A4-892D-E1613678A8F1}" srcOrd="0" destOrd="0" parTransId="{597FDD65-3B08-4250-808B-55A5B1261E89}" sibTransId="{E73932A5-7E5F-4EA9-AE96-F5ACBFB27C36}"/>
    <dgm:cxn modelId="{A0F65BD0-3942-4F34-9826-9C669C0F860F}" srcId="{3526B1A3-3CB7-4503-86BB-0CF3B8220383}" destId="{41A1C193-2158-4DDC-8A33-9B490C9ED18B}" srcOrd="1" destOrd="0" parTransId="{874DEE67-2A19-4078-BA4C-EABCEBBF8EF7}" sibTransId="{399D2916-5379-448B-9740-1AE05836026E}"/>
    <dgm:cxn modelId="{52A64ED9-8179-4507-85A1-3166CD190C61}" type="presOf" srcId="{ECD7769F-C524-48A4-892D-E1613678A8F1}" destId="{C985C3E3-19D8-4251-8625-6188581D99B1}" srcOrd="0" destOrd="0" presId="urn:microsoft.com/office/officeart/2008/layout/LinedList"/>
    <dgm:cxn modelId="{82F5C0AD-5C0B-4D5D-8BDA-2E276A43C308}" type="presParOf" srcId="{169434CE-A90A-4857-8041-7BD7918E33A1}" destId="{95BBCF14-516C-4AA5-A035-A6FA54A327B2}" srcOrd="0" destOrd="0" presId="urn:microsoft.com/office/officeart/2008/layout/LinedList"/>
    <dgm:cxn modelId="{AA6F8D6C-265C-436F-9BE5-2D499A2E0894}" type="presParOf" srcId="{169434CE-A90A-4857-8041-7BD7918E33A1}" destId="{261131A1-03A3-47D6-AEE4-485DB05BC13A}" srcOrd="1" destOrd="0" presId="urn:microsoft.com/office/officeart/2008/layout/LinedList"/>
    <dgm:cxn modelId="{7F6AEBDF-D943-4B53-91A8-4B378BEF28F6}" type="presParOf" srcId="{261131A1-03A3-47D6-AEE4-485DB05BC13A}" destId="{C985C3E3-19D8-4251-8625-6188581D99B1}" srcOrd="0" destOrd="0" presId="urn:microsoft.com/office/officeart/2008/layout/LinedList"/>
    <dgm:cxn modelId="{23DC071A-B0A8-46B6-9C93-D3F9706914AA}" type="presParOf" srcId="{261131A1-03A3-47D6-AEE4-485DB05BC13A}" destId="{810F5EBA-69AD-4BB5-8900-CD3DC6FDCFDC}" srcOrd="1" destOrd="0" presId="urn:microsoft.com/office/officeart/2008/layout/LinedList"/>
    <dgm:cxn modelId="{D8341981-7DDC-4E6C-88AF-4426710F9F75}" type="presParOf" srcId="{169434CE-A90A-4857-8041-7BD7918E33A1}" destId="{51BEC0FD-DDF3-40D6-8AE5-E5EF8A76EB72}" srcOrd="2" destOrd="0" presId="urn:microsoft.com/office/officeart/2008/layout/LinedList"/>
    <dgm:cxn modelId="{08D92A00-4A9F-4605-AA60-A3D1E74075C9}" type="presParOf" srcId="{169434CE-A90A-4857-8041-7BD7918E33A1}" destId="{AAD4C4B1-FBA9-4DBE-A626-9BF403C9B08F}" srcOrd="3" destOrd="0" presId="urn:microsoft.com/office/officeart/2008/layout/LinedList"/>
    <dgm:cxn modelId="{C096C541-1C43-4E70-8C9A-49055BF27AA0}" type="presParOf" srcId="{AAD4C4B1-FBA9-4DBE-A626-9BF403C9B08F}" destId="{B2F47FAF-1CD7-4BA0-A124-E8E44BAE0062}" srcOrd="0" destOrd="0" presId="urn:microsoft.com/office/officeart/2008/layout/LinedList"/>
    <dgm:cxn modelId="{B677A6F5-86E7-46A0-8861-C630AF17C1D0}" type="presParOf" srcId="{AAD4C4B1-FBA9-4DBE-A626-9BF403C9B08F}" destId="{A1656311-2E16-40C2-BFDD-34EA6A0029D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99456B2-3E69-46E0-82E5-C23F7DAE42AE}"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606632CC-BFBC-49E9-BA43-A31434AE469C}">
      <dgm:prSet/>
      <dgm:spPr/>
      <dgm:t>
        <a:bodyPr/>
        <a:lstStyle/>
        <a:p>
          <a:r>
            <a:rPr lang="en-US" i="1"/>
            <a:t>Which app interaction had noticeable lag, and how did you profile it?</a:t>
          </a:r>
          <a:endParaRPr lang="en-US"/>
        </a:p>
      </dgm:t>
    </dgm:pt>
    <dgm:pt modelId="{CD92786C-CD31-4D7F-9059-D790298F9CDD}" type="parTrans" cxnId="{0A28C624-5E8E-4605-B19E-E02A3572BBFA}">
      <dgm:prSet/>
      <dgm:spPr/>
      <dgm:t>
        <a:bodyPr/>
        <a:lstStyle/>
        <a:p>
          <a:endParaRPr lang="en-US"/>
        </a:p>
      </dgm:t>
    </dgm:pt>
    <dgm:pt modelId="{90AF3D04-03B9-4E47-BE6F-AA194B1001BB}" type="sibTrans" cxnId="{0A28C624-5E8E-4605-B19E-E02A3572BBFA}">
      <dgm:prSet/>
      <dgm:spPr/>
      <dgm:t>
        <a:bodyPr/>
        <a:lstStyle/>
        <a:p>
          <a:endParaRPr lang="en-US"/>
        </a:p>
      </dgm:t>
    </dgm:pt>
    <dgm:pt modelId="{630CD0DF-1B1E-44F5-B608-ECBE6F44E5C8}">
      <dgm:prSet/>
      <dgm:spPr/>
      <dgm:t>
        <a:bodyPr/>
        <a:lstStyle/>
        <a:p>
          <a:r>
            <a:rPr lang="en-US"/>
            <a:t>The recommendation screen had noticeable lag because it had to read listening history and songs from Firestore. I profiled it by using console prints and watching how long the screen stayed on the loading indicator. The fix was to keep the recommendation logic simple and only load when the screen opens.</a:t>
          </a:r>
        </a:p>
      </dgm:t>
    </dgm:pt>
    <dgm:pt modelId="{BE664324-AC5E-4B82-ABFE-7F58E752CCF1}" type="parTrans" cxnId="{3C869B38-2E5D-4FE3-BDC5-0E860B35DCB2}">
      <dgm:prSet/>
      <dgm:spPr/>
      <dgm:t>
        <a:bodyPr/>
        <a:lstStyle/>
        <a:p>
          <a:endParaRPr lang="en-US"/>
        </a:p>
      </dgm:t>
    </dgm:pt>
    <dgm:pt modelId="{4090E35C-BFFE-4880-AABC-0794A6F5215F}" type="sibTrans" cxnId="{3C869B38-2E5D-4FE3-BDC5-0E860B35DCB2}">
      <dgm:prSet/>
      <dgm:spPr/>
      <dgm:t>
        <a:bodyPr/>
        <a:lstStyle/>
        <a:p>
          <a:endParaRPr lang="en-US"/>
        </a:p>
      </dgm:t>
    </dgm:pt>
    <dgm:pt modelId="{11A8F482-17F3-4DE5-B0D8-EC85C4D1E4A3}" type="pres">
      <dgm:prSet presAssocID="{199456B2-3E69-46E0-82E5-C23F7DAE42AE}" presName="vert0" presStyleCnt="0">
        <dgm:presLayoutVars>
          <dgm:dir/>
          <dgm:animOne val="branch"/>
          <dgm:animLvl val="lvl"/>
        </dgm:presLayoutVars>
      </dgm:prSet>
      <dgm:spPr/>
    </dgm:pt>
    <dgm:pt modelId="{9B3A1098-4B22-444D-831D-CC5E0726B41C}" type="pres">
      <dgm:prSet presAssocID="{606632CC-BFBC-49E9-BA43-A31434AE469C}" presName="thickLine" presStyleLbl="alignNode1" presStyleIdx="0" presStyleCnt="2"/>
      <dgm:spPr/>
    </dgm:pt>
    <dgm:pt modelId="{AFED20FD-5FB4-412F-A24F-40B6B1CDD1F8}" type="pres">
      <dgm:prSet presAssocID="{606632CC-BFBC-49E9-BA43-A31434AE469C}" presName="horz1" presStyleCnt="0"/>
      <dgm:spPr/>
    </dgm:pt>
    <dgm:pt modelId="{07A89A9E-4EAE-43FD-9477-23DB875D96C1}" type="pres">
      <dgm:prSet presAssocID="{606632CC-BFBC-49E9-BA43-A31434AE469C}" presName="tx1" presStyleLbl="revTx" presStyleIdx="0" presStyleCnt="2"/>
      <dgm:spPr/>
    </dgm:pt>
    <dgm:pt modelId="{5C9E8FC6-A875-451C-960B-639F37A64C45}" type="pres">
      <dgm:prSet presAssocID="{606632CC-BFBC-49E9-BA43-A31434AE469C}" presName="vert1" presStyleCnt="0"/>
      <dgm:spPr/>
    </dgm:pt>
    <dgm:pt modelId="{C9E1D250-31C8-46DD-9811-7D9F69D8FA87}" type="pres">
      <dgm:prSet presAssocID="{630CD0DF-1B1E-44F5-B608-ECBE6F44E5C8}" presName="thickLine" presStyleLbl="alignNode1" presStyleIdx="1" presStyleCnt="2"/>
      <dgm:spPr/>
    </dgm:pt>
    <dgm:pt modelId="{7840BEC4-242E-4862-870A-1EAE9E7B5C7E}" type="pres">
      <dgm:prSet presAssocID="{630CD0DF-1B1E-44F5-B608-ECBE6F44E5C8}" presName="horz1" presStyleCnt="0"/>
      <dgm:spPr/>
    </dgm:pt>
    <dgm:pt modelId="{AFC560E4-D932-46C7-8D13-BB2744F37FC1}" type="pres">
      <dgm:prSet presAssocID="{630CD0DF-1B1E-44F5-B608-ECBE6F44E5C8}" presName="tx1" presStyleLbl="revTx" presStyleIdx="1" presStyleCnt="2"/>
      <dgm:spPr/>
    </dgm:pt>
    <dgm:pt modelId="{7FA92981-1CD8-4EA0-8C07-698A8ADC06A0}" type="pres">
      <dgm:prSet presAssocID="{630CD0DF-1B1E-44F5-B608-ECBE6F44E5C8}" presName="vert1" presStyleCnt="0"/>
      <dgm:spPr/>
    </dgm:pt>
  </dgm:ptLst>
  <dgm:cxnLst>
    <dgm:cxn modelId="{FA9CFD06-FFDB-4475-A727-9673AE7EE1CE}" type="presOf" srcId="{199456B2-3E69-46E0-82E5-C23F7DAE42AE}" destId="{11A8F482-17F3-4DE5-B0D8-EC85C4D1E4A3}" srcOrd="0" destOrd="0" presId="urn:microsoft.com/office/officeart/2008/layout/LinedList"/>
    <dgm:cxn modelId="{0A28C624-5E8E-4605-B19E-E02A3572BBFA}" srcId="{199456B2-3E69-46E0-82E5-C23F7DAE42AE}" destId="{606632CC-BFBC-49E9-BA43-A31434AE469C}" srcOrd="0" destOrd="0" parTransId="{CD92786C-CD31-4D7F-9059-D790298F9CDD}" sibTransId="{90AF3D04-03B9-4E47-BE6F-AA194B1001BB}"/>
    <dgm:cxn modelId="{3C869B38-2E5D-4FE3-BDC5-0E860B35DCB2}" srcId="{199456B2-3E69-46E0-82E5-C23F7DAE42AE}" destId="{630CD0DF-1B1E-44F5-B608-ECBE6F44E5C8}" srcOrd="1" destOrd="0" parTransId="{BE664324-AC5E-4B82-ABFE-7F58E752CCF1}" sibTransId="{4090E35C-BFFE-4880-AABC-0794A6F5215F}"/>
    <dgm:cxn modelId="{D02FDA8D-42D4-4111-A76A-EE81EED609B6}" type="presOf" srcId="{630CD0DF-1B1E-44F5-B608-ECBE6F44E5C8}" destId="{AFC560E4-D932-46C7-8D13-BB2744F37FC1}" srcOrd="0" destOrd="0" presId="urn:microsoft.com/office/officeart/2008/layout/LinedList"/>
    <dgm:cxn modelId="{282B7ADA-E7D7-40E6-B392-8EDDA1CE3A97}" type="presOf" srcId="{606632CC-BFBC-49E9-BA43-A31434AE469C}" destId="{07A89A9E-4EAE-43FD-9477-23DB875D96C1}" srcOrd="0" destOrd="0" presId="urn:microsoft.com/office/officeart/2008/layout/LinedList"/>
    <dgm:cxn modelId="{CF1E8DCA-9D02-4134-B52D-7F10E83EACF2}" type="presParOf" srcId="{11A8F482-17F3-4DE5-B0D8-EC85C4D1E4A3}" destId="{9B3A1098-4B22-444D-831D-CC5E0726B41C}" srcOrd="0" destOrd="0" presId="urn:microsoft.com/office/officeart/2008/layout/LinedList"/>
    <dgm:cxn modelId="{8D20948A-CC14-4297-9580-1FF337B00BC9}" type="presParOf" srcId="{11A8F482-17F3-4DE5-B0D8-EC85C4D1E4A3}" destId="{AFED20FD-5FB4-412F-A24F-40B6B1CDD1F8}" srcOrd="1" destOrd="0" presId="urn:microsoft.com/office/officeart/2008/layout/LinedList"/>
    <dgm:cxn modelId="{57E3AD7E-BE3E-44D6-8A8E-E4F75C0B66AC}" type="presParOf" srcId="{AFED20FD-5FB4-412F-A24F-40B6B1CDD1F8}" destId="{07A89A9E-4EAE-43FD-9477-23DB875D96C1}" srcOrd="0" destOrd="0" presId="urn:microsoft.com/office/officeart/2008/layout/LinedList"/>
    <dgm:cxn modelId="{1B4893AB-C809-4FEB-BE62-CBF75611F101}" type="presParOf" srcId="{AFED20FD-5FB4-412F-A24F-40B6B1CDD1F8}" destId="{5C9E8FC6-A875-451C-960B-639F37A64C45}" srcOrd="1" destOrd="0" presId="urn:microsoft.com/office/officeart/2008/layout/LinedList"/>
    <dgm:cxn modelId="{C8C8B626-F375-4DE2-A7CC-CC21FFB8C158}" type="presParOf" srcId="{11A8F482-17F3-4DE5-B0D8-EC85C4D1E4A3}" destId="{C9E1D250-31C8-46DD-9811-7D9F69D8FA87}" srcOrd="2" destOrd="0" presId="urn:microsoft.com/office/officeart/2008/layout/LinedList"/>
    <dgm:cxn modelId="{CFC7BC5D-92EA-416E-B804-9C63366823AA}" type="presParOf" srcId="{11A8F482-17F3-4DE5-B0D8-EC85C4D1E4A3}" destId="{7840BEC4-242E-4862-870A-1EAE9E7B5C7E}" srcOrd="3" destOrd="0" presId="urn:microsoft.com/office/officeart/2008/layout/LinedList"/>
    <dgm:cxn modelId="{05FBDCF0-F2A9-49A5-B58B-E2A174A91BB6}" type="presParOf" srcId="{7840BEC4-242E-4862-870A-1EAE9E7B5C7E}" destId="{AFC560E4-D932-46C7-8D13-BB2744F37FC1}" srcOrd="0" destOrd="0" presId="urn:microsoft.com/office/officeart/2008/layout/LinedList"/>
    <dgm:cxn modelId="{12E9B396-CAA1-4A5F-B500-1425E0669CEA}" type="presParOf" srcId="{7840BEC4-242E-4862-870A-1EAE9E7B5C7E}" destId="{7FA92981-1CD8-4EA0-8C07-698A8ADC06A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16028C7-111E-4B34-B36D-8524A3E01AD8}"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79380053-3EB2-44E2-98C6-F5D6E1BC6650}">
      <dgm:prSet/>
      <dgm:spPr/>
      <dgm:t>
        <a:bodyPr/>
        <a:lstStyle/>
        <a:p>
          <a:r>
            <a:rPr lang="en-US" i="1"/>
            <a:t>If you restarted this app tomorrow, what would you architect differently first?</a:t>
          </a:r>
          <a:endParaRPr lang="en-US"/>
        </a:p>
      </dgm:t>
    </dgm:pt>
    <dgm:pt modelId="{990FBF94-0A04-4343-B816-BA9AB098E788}" type="parTrans" cxnId="{135A12A6-048E-4FBF-B506-4E6B984AB5A8}">
      <dgm:prSet/>
      <dgm:spPr/>
      <dgm:t>
        <a:bodyPr/>
        <a:lstStyle/>
        <a:p>
          <a:endParaRPr lang="en-US"/>
        </a:p>
      </dgm:t>
    </dgm:pt>
    <dgm:pt modelId="{DB452FC6-644B-4BA8-AE57-E057395ACBDE}" type="sibTrans" cxnId="{135A12A6-048E-4FBF-B506-4E6B984AB5A8}">
      <dgm:prSet/>
      <dgm:spPr/>
      <dgm:t>
        <a:bodyPr/>
        <a:lstStyle/>
        <a:p>
          <a:endParaRPr lang="en-US"/>
        </a:p>
      </dgm:t>
    </dgm:pt>
    <dgm:pt modelId="{EEBB48F5-5B30-4FB8-9890-222B7D0917BA}">
      <dgm:prSet/>
      <dgm:spPr/>
      <dgm:t>
        <a:bodyPr/>
        <a:lstStyle/>
        <a:p>
          <a:r>
            <a:rPr lang="en-US"/>
            <a:t>If I restarted the app, I would architect the services and models first. I would create cleaner model classes for users, songs, playlists, and recommendations before building the UI so the app would be easier to expand.</a:t>
          </a:r>
        </a:p>
      </dgm:t>
    </dgm:pt>
    <dgm:pt modelId="{48032C4A-2908-453A-BDF4-28A2C5A0D6BB}" type="parTrans" cxnId="{29E541D5-8E14-41E6-8DD9-E87F21ADEE4F}">
      <dgm:prSet/>
      <dgm:spPr/>
      <dgm:t>
        <a:bodyPr/>
        <a:lstStyle/>
        <a:p>
          <a:endParaRPr lang="en-US"/>
        </a:p>
      </dgm:t>
    </dgm:pt>
    <dgm:pt modelId="{C1A2C436-6871-4283-8E3D-FB20EF2191BA}" type="sibTrans" cxnId="{29E541D5-8E14-41E6-8DD9-E87F21ADEE4F}">
      <dgm:prSet/>
      <dgm:spPr/>
      <dgm:t>
        <a:bodyPr/>
        <a:lstStyle/>
        <a:p>
          <a:endParaRPr lang="en-US"/>
        </a:p>
      </dgm:t>
    </dgm:pt>
    <dgm:pt modelId="{D39EBA12-BFA6-401B-98DC-6CD0ED51CEBB}" type="pres">
      <dgm:prSet presAssocID="{816028C7-111E-4B34-B36D-8524A3E01AD8}" presName="vert0" presStyleCnt="0">
        <dgm:presLayoutVars>
          <dgm:dir/>
          <dgm:animOne val="branch"/>
          <dgm:animLvl val="lvl"/>
        </dgm:presLayoutVars>
      </dgm:prSet>
      <dgm:spPr/>
    </dgm:pt>
    <dgm:pt modelId="{2BDC0615-391E-47D5-9F69-42648ED6B7CB}" type="pres">
      <dgm:prSet presAssocID="{79380053-3EB2-44E2-98C6-F5D6E1BC6650}" presName="thickLine" presStyleLbl="alignNode1" presStyleIdx="0" presStyleCnt="2"/>
      <dgm:spPr/>
    </dgm:pt>
    <dgm:pt modelId="{656D6B72-01A9-4CA8-BF1A-91BDCD4B7F4A}" type="pres">
      <dgm:prSet presAssocID="{79380053-3EB2-44E2-98C6-F5D6E1BC6650}" presName="horz1" presStyleCnt="0"/>
      <dgm:spPr/>
    </dgm:pt>
    <dgm:pt modelId="{B7789D08-2F9C-4EB0-A770-665BB2642D8F}" type="pres">
      <dgm:prSet presAssocID="{79380053-3EB2-44E2-98C6-F5D6E1BC6650}" presName="tx1" presStyleLbl="revTx" presStyleIdx="0" presStyleCnt="2"/>
      <dgm:spPr/>
    </dgm:pt>
    <dgm:pt modelId="{566C2388-58DC-4B2B-B3BB-DBB4E04DB584}" type="pres">
      <dgm:prSet presAssocID="{79380053-3EB2-44E2-98C6-F5D6E1BC6650}" presName="vert1" presStyleCnt="0"/>
      <dgm:spPr/>
    </dgm:pt>
    <dgm:pt modelId="{E2AA2FF1-B6D2-48F9-9834-F27370E53C94}" type="pres">
      <dgm:prSet presAssocID="{EEBB48F5-5B30-4FB8-9890-222B7D0917BA}" presName="thickLine" presStyleLbl="alignNode1" presStyleIdx="1" presStyleCnt="2"/>
      <dgm:spPr/>
    </dgm:pt>
    <dgm:pt modelId="{0E2D817F-5D56-4DF3-87ED-9620B8026307}" type="pres">
      <dgm:prSet presAssocID="{EEBB48F5-5B30-4FB8-9890-222B7D0917BA}" presName="horz1" presStyleCnt="0"/>
      <dgm:spPr/>
    </dgm:pt>
    <dgm:pt modelId="{09D33D67-8341-4D70-AD13-0B572144CC47}" type="pres">
      <dgm:prSet presAssocID="{EEBB48F5-5B30-4FB8-9890-222B7D0917BA}" presName="tx1" presStyleLbl="revTx" presStyleIdx="1" presStyleCnt="2"/>
      <dgm:spPr/>
    </dgm:pt>
    <dgm:pt modelId="{12770A56-A46C-441D-B671-719DCCC0B380}" type="pres">
      <dgm:prSet presAssocID="{EEBB48F5-5B30-4FB8-9890-222B7D0917BA}" presName="vert1" presStyleCnt="0"/>
      <dgm:spPr/>
    </dgm:pt>
  </dgm:ptLst>
  <dgm:cxnLst>
    <dgm:cxn modelId="{DD67AB11-11C0-4374-807C-51090FE21F51}" type="presOf" srcId="{EEBB48F5-5B30-4FB8-9890-222B7D0917BA}" destId="{09D33D67-8341-4D70-AD13-0B572144CC47}" srcOrd="0" destOrd="0" presId="urn:microsoft.com/office/officeart/2008/layout/LinedList"/>
    <dgm:cxn modelId="{C75F222D-FEEF-4645-85B4-0EA5B3FE0B45}" type="presOf" srcId="{816028C7-111E-4B34-B36D-8524A3E01AD8}" destId="{D39EBA12-BFA6-401B-98DC-6CD0ED51CEBB}" srcOrd="0" destOrd="0" presId="urn:microsoft.com/office/officeart/2008/layout/LinedList"/>
    <dgm:cxn modelId="{135A12A6-048E-4FBF-B506-4E6B984AB5A8}" srcId="{816028C7-111E-4B34-B36D-8524A3E01AD8}" destId="{79380053-3EB2-44E2-98C6-F5D6E1BC6650}" srcOrd="0" destOrd="0" parTransId="{990FBF94-0A04-4343-B816-BA9AB098E788}" sibTransId="{DB452FC6-644B-4BA8-AE57-E057395ACBDE}"/>
    <dgm:cxn modelId="{93C450AA-FA9E-4217-8F4C-16779FFE5AE4}" type="presOf" srcId="{79380053-3EB2-44E2-98C6-F5D6E1BC6650}" destId="{B7789D08-2F9C-4EB0-A770-665BB2642D8F}" srcOrd="0" destOrd="0" presId="urn:microsoft.com/office/officeart/2008/layout/LinedList"/>
    <dgm:cxn modelId="{29E541D5-8E14-41E6-8DD9-E87F21ADEE4F}" srcId="{816028C7-111E-4B34-B36D-8524A3E01AD8}" destId="{EEBB48F5-5B30-4FB8-9890-222B7D0917BA}" srcOrd="1" destOrd="0" parTransId="{48032C4A-2908-453A-BDF4-28A2C5A0D6BB}" sibTransId="{C1A2C436-6871-4283-8E3D-FB20EF2191BA}"/>
    <dgm:cxn modelId="{4AA24149-3869-47AF-B655-FBFC0E0C6962}" type="presParOf" srcId="{D39EBA12-BFA6-401B-98DC-6CD0ED51CEBB}" destId="{2BDC0615-391E-47D5-9F69-42648ED6B7CB}" srcOrd="0" destOrd="0" presId="urn:microsoft.com/office/officeart/2008/layout/LinedList"/>
    <dgm:cxn modelId="{C7169727-7AF5-4AAB-80AA-F7BBC91E53B4}" type="presParOf" srcId="{D39EBA12-BFA6-401B-98DC-6CD0ED51CEBB}" destId="{656D6B72-01A9-4CA8-BF1A-91BDCD4B7F4A}" srcOrd="1" destOrd="0" presId="urn:microsoft.com/office/officeart/2008/layout/LinedList"/>
    <dgm:cxn modelId="{9D6839E4-788E-4568-96DC-50378D4918F6}" type="presParOf" srcId="{656D6B72-01A9-4CA8-BF1A-91BDCD4B7F4A}" destId="{B7789D08-2F9C-4EB0-A770-665BB2642D8F}" srcOrd="0" destOrd="0" presId="urn:microsoft.com/office/officeart/2008/layout/LinedList"/>
    <dgm:cxn modelId="{9D697B31-D397-4367-86AD-927F2F9B8FC9}" type="presParOf" srcId="{656D6B72-01A9-4CA8-BF1A-91BDCD4B7F4A}" destId="{566C2388-58DC-4B2B-B3BB-DBB4E04DB584}" srcOrd="1" destOrd="0" presId="urn:microsoft.com/office/officeart/2008/layout/LinedList"/>
    <dgm:cxn modelId="{85D999DA-431E-49DA-BF97-ADB9BBDFC2A6}" type="presParOf" srcId="{D39EBA12-BFA6-401B-98DC-6CD0ED51CEBB}" destId="{E2AA2FF1-B6D2-48F9-9834-F27370E53C94}" srcOrd="2" destOrd="0" presId="urn:microsoft.com/office/officeart/2008/layout/LinedList"/>
    <dgm:cxn modelId="{5CB7F814-916C-4F97-9FB7-AFBF84AD6DD0}" type="presParOf" srcId="{D39EBA12-BFA6-401B-98DC-6CD0ED51CEBB}" destId="{0E2D817F-5D56-4DF3-87ED-9620B8026307}" srcOrd="3" destOrd="0" presId="urn:microsoft.com/office/officeart/2008/layout/LinedList"/>
    <dgm:cxn modelId="{D4BA4DB4-E4FC-4538-832C-415075F3AC9D}" type="presParOf" srcId="{0E2D817F-5D56-4DF3-87ED-9620B8026307}" destId="{09D33D67-8341-4D70-AD13-0B572144CC47}" srcOrd="0" destOrd="0" presId="urn:microsoft.com/office/officeart/2008/layout/LinedList"/>
    <dgm:cxn modelId="{21113628-F2FF-4E11-B4A6-6555623136CF}" type="presParOf" srcId="{0E2D817F-5D56-4DF3-87ED-9620B8026307}" destId="{12770A56-A46C-441D-B671-719DCCC0B38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C9FD495-5A88-47FF-B869-123E61762C43}"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7596FC9E-A264-42DE-A49A-9CD61987F09B}">
      <dgm:prSet/>
      <dgm:spPr/>
      <dgm:t>
        <a:bodyPr/>
        <a:lstStyle/>
        <a:p>
          <a:r>
            <a:rPr lang="en-US" i="1"/>
            <a:t>What decision from early planning created technical debt later, and how did your team resolve it?</a:t>
          </a:r>
          <a:endParaRPr lang="en-US"/>
        </a:p>
      </dgm:t>
    </dgm:pt>
    <dgm:pt modelId="{452EFA6F-CAF8-43AF-BC64-20BB400FAA75}" type="parTrans" cxnId="{BF30A18A-3DBD-4F5D-AB05-B1C433DF74F7}">
      <dgm:prSet/>
      <dgm:spPr/>
      <dgm:t>
        <a:bodyPr/>
        <a:lstStyle/>
        <a:p>
          <a:endParaRPr lang="en-US"/>
        </a:p>
      </dgm:t>
    </dgm:pt>
    <dgm:pt modelId="{4FFE2F5D-3EF8-4DEC-94AA-E5CEAA9CE3ED}" type="sibTrans" cxnId="{BF30A18A-3DBD-4F5D-AB05-B1C433DF74F7}">
      <dgm:prSet/>
      <dgm:spPr/>
      <dgm:t>
        <a:bodyPr/>
        <a:lstStyle/>
        <a:p>
          <a:endParaRPr lang="en-US"/>
        </a:p>
      </dgm:t>
    </dgm:pt>
    <dgm:pt modelId="{F25988E7-DA18-4038-805A-45006A20D5BE}">
      <dgm:prSet/>
      <dgm:spPr/>
      <dgm:t>
        <a:bodyPr/>
        <a:lstStyle/>
        <a:p>
          <a:r>
            <a:rPr lang="en-US"/>
            <a:t>An early decision that created technical debt was starting with simple manual song entry instead of planning the Spotify API structure earlier. The team resolved it by separating music logic into service files so Spotify integration can be added later without rewriting the UI.</a:t>
          </a:r>
        </a:p>
      </dgm:t>
    </dgm:pt>
    <dgm:pt modelId="{A6F9300C-E47B-4AE5-A705-6A24CA4B5ABA}" type="parTrans" cxnId="{A01A90D9-F998-466D-8144-4D79C8C9A99A}">
      <dgm:prSet/>
      <dgm:spPr/>
      <dgm:t>
        <a:bodyPr/>
        <a:lstStyle/>
        <a:p>
          <a:endParaRPr lang="en-US"/>
        </a:p>
      </dgm:t>
    </dgm:pt>
    <dgm:pt modelId="{C143A75A-F68D-46BC-B8CF-E5CE28B0453F}" type="sibTrans" cxnId="{A01A90D9-F998-466D-8144-4D79C8C9A99A}">
      <dgm:prSet/>
      <dgm:spPr/>
      <dgm:t>
        <a:bodyPr/>
        <a:lstStyle/>
        <a:p>
          <a:endParaRPr lang="en-US"/>
        </a:p>
      </dgm:t>
    </dgm:pt>
    <dgm:pt modelId="{E5F6B5F8-DCDB-4027-8110-FB2591E3E0B1}" type="pres">
      <dgm:prSet presAssocID="{DC9FD495-5A88-47FF-B869-123E61762C43}" presName="vert0" presStyleCnt="0">
        <dgm:presLayoutVars>
          <dgm:dir/>
          <dgm:animOne val="branch"/>
          <dgm:animLvl val="lvl"/>
        </dgm:presLayoutVars>
      </dgm:prSet>
      <dgm:spPr/>
    </dgm:pt>
    <dgm:pt modelId="{CB28004C-E410-43F5-B0B4-A1CECC2DC964}" type="pres">
      <dgm:prSet presAssocID="{7596FC9E-A264-42DE-A49A-9CD61987F09B}" presName="thickLine" presStyleLbl="alignNode1" presStyleIdx="0" presStyleCnt="2"/>
      <dgm:spPr/>
    </dgm:pt>
    <dgm:pt modelId="{8806D080-759B-4F9D-BE9D-CDC76D4BE51A}" type="pres">
      <dgm:prSet presAssocID="{7596FC9E-A264-42DE-A49A-9CD61987F09B}" presName="horz1" presStyleCnt="0"/>
      <dgm:spPr/>
    </dgm:pt>
    <dgm:pt modelId="{CAD1534D-2D49-4D11-BB17-4064B7E7E0C1}" type="pres">
      <dgm:prSet presAssocID="{7596FC9E-A264-42DE-A49A-9CD61987F09B}" presName="tx1" presStyleLbl="revTx" presStyleIdx="0" presStyleCnt="2"/>
      <dgm:spPr/>
    </dgm:pt>
    <dgm:pt modelId="{61CC5622-62F1-4E8B-A1F7-9C3373B68CFA}" type="pres">
      <dgm:prSet presAssocID="{7596FC9E-A264-42DE-A49A-9CD61987F09B}" presName="vert1" presStyleCnt="0"/>
      <dgm:spPr/>
    </dgm:pt>
    <dgm:pt modelId="{E1F1DB56-A06D-467F-BABF-F186CCD13970}" type="pres">
      <dgm:prSet presAssocID="{F25988E7-DA18-4038-805A-45006A20D5BE}" presName="thickLine" presStyleLbl="alignNode1" presStyleIdx="1" presStyleCnt="2"/>
      <dgm:spPr/>
    </dgm:pt>
    <dgm:pt modelId="{0C1ADEFC-68F7-47C1-927B-5F22B0DC8A1B}" type="pres">
      <dgm:prSet presAssocID="{F25988E7-DA18-4038-805A-45006A20D5BE}" presName="horz1" presStyleCnt="0"/>
      <dgm:spPr/>
    </dgm:pt>
    <dgm:pt modelId="{786101DD-5595-4DF3-AC59-A25BE6CA5346}" type="pres">
      <dgm:prSet presAssocID="{F25988E7-DA18-4038-805A-45006A20D5BE}" presName="tx1" presStyleLbl="revTx" presStyleIdx="1" presStyleCnt="2"/>
      <dgm:spPr/>
    </dgm:pt>
    <dgm:pt modelId="{92F325B3-BD30-4201-8AB6-D6E1E82124B1}" type="pres">
      <dgm:prSet presAssocID="{F25988E7-DA18-4038-805A-45006A20D5BE}" presName="vert1" presStyleCnt="0"/>
      <dgm:spPr/>
    </dgm:pt>
  </dgm:ptLst>
  <dgm:cxnLst>
    <dgm:cxn modelId="{BAC9D162-A41E-414B-8EB8-BB2163A875FB}" type="presOf" srcId="{DC9FD495-5A88-47FF-B869-123E61762C43}" destId="{E5F6B5F8-DCDB-4027-8110-FB2591E3E0B1}" srcOrd="0" destOrd="0" presId="urn:microsoft.com/office/officeart/2008/layout/LinedList"/>
    <dgm:cxn modelId="{40066E7C-3DD6-4ED7-A3D4-AC1FE368E3FC}" type="presOf" srcId="{F25988E7-DA18-4038-805A-45006A20D5BE}" destId="{786101DD-5595-4DF3-AC59-A25BE6CA5346}" srcOrd="0" destOrd="0" presId="urn:microsoft.com/office/officeart/2008/layout/LinedList"/>
    <dgm:cxn modelId="{BF30A18A-3DBD-4F5D-AB05-B1C433DF74F7}" srcId="{DC9FD495-5A88-47FF-B869-123E61762C43}" destId="{7596FC9E-A264-42DE-A49A-9CD61987F09B}" srcOrd="0" destOrd="0" parTransId="{452EFA6F-CAF8-43AF-BC64-20BB400FAA75}" sibTransId="{4FFE2F5D-3EF8-4DEC-94AA-E5CEAA9CE3ED}"/>
    <dgm:cxn modelId="{A01A90D9-F998-466D-8144-4D79C8C9A99A}" srcId="{DC9FD495-5A88-47FF-B869-123E61762C43}" destId="{F25988E7-DA18-4038-805A-45006A20D5BE}" srcOrd="1" destOrd="0" parTransId="{A6F9300C-E47B-4AE5-A705-6A24CA4B5ABA}" sibTransId="{C143A75A-F68D-46BC-B8CF-E5CE28B0453F}"/>
    <dgm:cxn modelId="{AF5F76F9-9176-41A2-A3C3-F2D9A73782E7}" type="presOf" srcId="{7596FC9E-A264-42DE-A49A-9CD61987F09B}" destId="{CAD1534D-2D49-4D11-BB17-4064B7E7E0C1}" srcOrd="0" destOrd="0" presId="urn:microsoft.com/office/officeart/2008/layout/LinedList"/>
    <dgm:cxn modelId="{DE08B94C-AE4F-4117-B944-30B9AE755DC2}" type="presParOf" srcId="{E5F6B5F8-DCDB-4027-8110-FB2591E3E0B1}" destId="{CB28004C-E410-43F5-B0B4-A1CECC2DC964}" srcOrd="0" destOrd="0" presId="urn:microsoft.com/office/officeart/2008/layout/LinedList"/>
    <dgm:cxn modelId="{256CB303-87F5-47A7-AE4D-C8CD7EAB4557}" type="presParOf" srcId="{E5F6B5F8-DCDB-4027-8110-FB2591E3E0B1}" destId="{8806D080-759B-4F9D-BE9D-CDC76D4BE51A}" srcOrd="1" destOrd="0" presId="urn:microsoft.com/office/officeart/2008/layout/LinedList"/>
    <dgm:cxn modelId="{83888FFD-E12D-4C98-9FFC-02338311C53B}" type="presParOf" srcId="{8806D080-759B-4F9D-BE9D-CDC76D4BE51A}" destId="{CAD1534D-2D49-4D11-BB17-4064B7E7E0C1}" srcOrd="0" destOrd="0" presId="urn:microsoft.com/office/officeart/2008/layout/LinedList"/>
    <dgm:cxn modelId="{671342B5-83D6-47C7-B8ED-1939C97ECFE4}" type="presParOf" srcId="{8806D080-759B-4F9D-BE9D-CDC76D4BE51A}" destId="{61CC5622-62F1-4E8B-A1F7-9C3373B68CFA}" srcOrd="1" destOrd="0" presId="urn:microsoft.com/office/officeart/2008/layout/LinedList"/>
    <dgm:cxn modelId="{1EAF8514-F602-449C-BB78-5B08C7613BB7}" type="presParOf" srcId="{E5F6B5F8-DCDB-4027-8110-FB2591E3E0B1}" destId="{E1F1DB56-A06D-467F-BABF-F186CCD13970}" srcOrd="2" destOrd="0" presId="urn:microsoft.com/office/officeart/2008/layout/LinedList"/>
    <dgm:cxn modelId="{B16F2BF3-7F0E-4B58-819B-5E6DBC76BCF0}" type="presParOf" srcId="{E5F6B5F8-DCDB-4027-8110-FB2591E3E0B1}" destId="{0C1ADEFC-68F7-47C1-927B-5F22B0DC8A1B}" srcOrd="3" destOrd="0" presId="urn:microsoft.com/office/officeart/2008/layout/LinedList"/>
    <dgm:cxn modelId="{478B209C-9322-4584-9457-2236AC155924}" type="presParOf" srcId="{0C1ADEFC-68F7-47C1-927B-5F22B0DC8A1B}" destId="{786101DD-5595-4DF3-AC59-A25BE6CA5346}" srcOrd="0" destOrd="0" presId="urn:microsoft.com/office/officeart/2008/layout/LinedList"/>
    <dgm:cxn modelId="{B2488A43-086A-4127-B1A8-67BC243E14D6}" type="presParOf" srcId="{0C1ADEFC-68F7-47C1-927B-5F22B0DC8A1B}" destId="{92F325B3-BD30-4201-8AB6-D6E1E82124B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0A098A1-2A3E-4879-A772-F7312C523205}"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A787A64E-8CDA-4353-B653-82DCBBFFD205}">
      <dgm:prSet/>
      <dgm:spPr/>
      <dgm:t>
        <a:bodyPr/>
        <a:lstStyle/>
        <a:p>
          <a:r>
            <a:rPr lang="en-US" i="1"/>
            <a:t>How does your app handle notification delivery differently for foreground vs. background vs. terminated app states?</a:t>
          </a:r>
          <a:endParaRPr lang="en-US"/>
        </a:p>
      </dgm:t>
    </dgm:pt>
    <dgm:pt modelId="{8E5BE5E1-B486-4FBC-A75B-2455719FC570}" type="parTrans" cxnId="{82B9F51D-42FB-4C35-879F-55557D7FBAF4}">
      <dgm:prSet/>
      <dgm:spPr/>
      <dgm:t>
        <a:bodyPr/>
        <a:lstStyle/>
        <a:p>
          <a:endParaRPr lang="en-US"/>
        </a:p>
      </dgm:t>
    </dgm:pt>
    <dgm:pt modelId="{E769543A-B48F-4429-820C-DF95E8822F4B}" type="sibTrans" cxnId="{82B9F51D-42FB-4C35-879F-55557D7FBAF4}">
      <dgm:prSet/>
      <dgm:spPr/>
      <dgm:t>
        <a:bodyPr/>
        <a:lstStyle/>
        <a:p>
          <a:endParaRPr lang="en-US"/>
        </a:p>
      </dgm:t>
    </dgm:pt>
    <dgm:pt modelId="{00D7CBCE-52C1-4FDF-AFB7-9603C9D6120B}">
      <dgm:prSet/>
      <dgm:spPr/>
      <dgm:t>
        <a:bodyPr/>
        <a:lstStyle/>
        <a:p>
          <a:r>
            <a:rPr lang="en-US"/>
            <a:t>In the foreground state, the app listens for notifications and prints or handles them while the app is open. In the background state, notifications can appear through the system tray. In the terminated state, the user can tap the notification to reopen the app, but deeper routing would need more setup.</a:t>
          </a:r>
        </a:p>
      </dgm:t>
    </dgm:pt>
    <dgm:pt modelId="{749223D0-956B-4937-A40D-46ACEBB7BB81}" type="parTrans" cxnId="{4F808964-A375-493F-868F-2E60AB14DB0F}">
      <dgm:prSet/>
      <dgm:spPr/>
      <dgm:t>
        <a:bodyPr/>
        <a:lstStyle/>
        <a:p>
          <a:endParaRPr lang="en-US"/>
        </a:p>
      </dgm:t>
    </dgm:pt>
    <dgm:pt modelId="{532E9BA1-95F3-4C19-BB60-073E0488D439}" type="sibTrans" cxnId="{4F808964-A375-493F-868F-2E60AB14DB0F}">
      <dgm:prSet/>
      <dgm:spPr/>
      <dgm:t>
        <a:bodyPr/>
        <a:lstStyle/>
        <a:p>
          <a:endParaRPr lang="en-US"/>
        </a:p>
      </dgm:t>
    </dgm:pt>
    <dgm:pt modelId="{FC66B43E-FB55-4243-B3B6-1E32327642CC}" type="pres">
      <dgm:prSet presAssocID="{C0A098A1-2A3E-4879-A772-F7312C523205}" presName="vert0" presStyleCnt="0">
        <dgm:presLayoutVars>
          <dgm:dir/>
          <dgm:animOne val="branch"/>
          <dgm:animLvl val="lvl"/>
        </dgm:presLayoutVars>
      </dgm:prSet>
      <dgm:spPr/>
    </dgm:pt>
    <dgm:pt modelId="{20DC221E-6855-436E-BA64-E42A19B6EDE4}" type="pres">
      <dgm:prSet presAssocID="{A787A64E-8CDA-4353-B653-82DCBBFFD205}" presName="thickLine" presStyleLbl="alignNode1" presStyleIdx="0" presStyleCnt="2"/>
      <dgm:spPr/>
    </dgm:pt>
    <dgm:pt modelId="{45FB28BC-7695-419E-955D-DE821F62E80B}" type="pres">
      <dgm:prSet presAssocID="{A787A64E-8CDA-4353-B653-82DCBBFFD205}" presName="horz1" presStyleCnt="0"/>
      <dgm:spPr/>
    </dgm:pt>
    <dgm:pt modelId="{F55C4A15-6AD2-4E5C-B00B-D8F8B2F42165}" type="pres">
      <dgm:prSet presAssocID="{A787A64E-8CDA-4353-B653-82DCBBFFD205}" presName="tx1" presStyleLbl="revTx" presStyleIdx="0" presStyleCnt="2"/>
      <dgm:spPr/>
    </dgm:pt>
    <dgm:pt modelId="{440702B1-7FCB-40FD-886A-FB113CF02994}" type="pres">
      <dgm:prSet presAssocID="{A787A64E-8CDA-4353-B653-82DCBBFFD205}" presName="vert1" presStyleCnt="0"/>
      <dgm:spPr/>
    </dgm:pt>
    <dgm:pt modelId="{55D9D9DF-020F-4EC5-87FF-F34D5A142622}" type="pres">
      <dgm:prSet presAssocID="{00D7CBCE-52C1-4FDF-AFB7-9603C9D6120B}" presName="thickLine" presStyleLbl="alignNode1" presStyleIdx="1" presStyleCnt="2"/>
      <dgm:spPr/>
    </dgm:pt>
    <dgm:pt modelId="{9F2FF847-4C82-483C-89C8-0D6F86222DEF}" type="pres">
      <dgm:prSet presAssocID="{00D7CBCE-52C1-4FDF-AFB7-9603C9D6120B}" presName="horz1" presStyleCnt="0"/>
      <dgm:spPr/>
    </dgm:pt>
    <dgm:pt modelId="{7C3ABED2-F933-4B88-AFA4-D8DC216D171A}" type="pres">
      <dgm:prSet presAssocID="{00D7CBCE-52C1-4FDF-AFB7-9603C9D6120B}" presName="tx1" presStyleLbl="revTx" presStyleIdx="1" presStyleCnt="2"/>
      <dgm:spPr/>
    </dgm:pt>
    <dgm:pt modelId="{2C71ECA8-7AEB-453D-B44D-8C0BED6DDF86}" type="pres">
      <dgm:prSet presAssocID="{00D7CBCE-52C1-4FDF-AFB7-9603C9D6120B}" presName="vert1" presStyleCnt="0"/>
      <dgm:spPr/>
    </dgm:pt>
  </dgm:ptLst>
  <dgm:cxnLst>
    <dgm:cxn modelId="{1ADE280A-91E1-47E3-8084-B0CF28A85337}" type="presOf" srcId="{A787A64E-8CDA-4353-B653-82DCBBFFD205}" destId="{F55C4A15-6AD2-4E5C-B00B-D8F8B2F42165}" srcOrd="0" destOrd="0" presId="urn:microsoft.com/office/officeart/2008/layout/LinedList"/>
    <dgm:cxn modelId="{82B9F51D-42FB-4C35-879F-55557D7FBAF4}" srcId="{C0A098A1-2A3E-4879-A772-F7312C523205}" destId="{A787A64E-8CDA-4353-B653-82DCBBFFD205}" srcOrd="0" destOrd="0" parTransId="{8E5BE5E1-B486-4FBC-A75B-2455719FC570}" sibTransId="{E769543A-B48F-4429-820C-DF95E8822F4B}"/>
    <dgm:cxn modelId="{4F808964-A375-493F-868F-2E60AB14DB0F}" srcId="{C0A098A1-2A3E-4879-A772-F7312C523205}" destId="{00D7CBCE-52C1-4FDF-AFB7-9603C9D6120B}" srcOrd="1" destOrd="0" parTransId="{749223D0-956B-4937-A40D-46ACEBB7BB81}" sibTransId="{532E9BA1-95F3-4C19-BB60-073E0488D439}"/>
    <dgm:cxn modelId="{40117E65-0F23-489A-BF42-0E9A1F17D671}" type="presOf" srcId="{C0A098A1-2A3E-4879-A772-F7312C523205}" destId="{FC66B43E-FB55-4243-B3B6-1E32327642CC}" srcOrd="0" destOrd="0" presId="urn:microsoft.com/office/officeart/2008/layout/LinedList"/>
    <dgm:cxn modelId="{D35A86FE-0668-414D-A647-6EAD4CD26772}" type="presOf" srcId="{00D7CBCE-52C1-4FDF-AFB7-9603C9D6120B}" destId="{7C3ABED2-F933-4B88-AFA4-D8DC216D171A}" srcOrd="0" destOrd="0" presId="urn:microsoft.com/office/officeart/2008/layout/LinedList"/>
    <dgm:cxn modelId="{A470B08F-F578-4F65-B2B5-599DAE353D42}" type="presParOf" srcId="{FC66B43E-FB55-4243-B3B6-1E32327642CC}" destId="{20DC221E-6855-436E-BA64-E42A19B6EDE4}" srcOrd="0" destOrd="0" presId="urn:microsoft.com/office/officeart/2008/layout/LinedList"/>
    <dgm:cxn modelId="{D7980C0E-0402-453A-A082-C34B961473D9}" type="presParOf" srcId="{FC66B43E-FB55-4243-B3B6-1E32327642CC}" destId="{45FB28BC-7695-419E-955D-DE821F62E80B}" srcOrd="1" destOrd="0" presId="urn:microsoft.com/office/officeart/2008/layout/LinedList"/>
    <dgm:cxn modelId="{AD9B2218-5566-4669-B1C9-40B107727B35}" type="presParOf" srcId="{45FB28BC-7695-419E-955D-DE821F62E80B}" destId="{F55C4A15-6AD2-4E5C-B00B-D8F8B2F42165}" srcOrd="0" destOrd="0" presId="urn:microsoft.com/office/officeart/2008/layout/LinedList"/>
    <dgm:cxn modelId="{4DA419FF-CA28-4F3E-B72E-94BD95FDD06A}" type="presParOf" srcId="{45FB28BC-7695-419E-955D-DE821F62E80B}" destId="{440702B1-7FCB-40FD-886A-FB113CF02994}" srcOrd="1" destOrd="0" presId="urn:microsoft.com/office/officeart/2008/layout/LinedList"/>
    <dgm:cxn modelId="{9DC490DF-2B0F-46B0-BD53-F080CDC72AB2}" type="presParOf" srcId="{FC66B43E-FB55-4243-B3B6-1E32327642CC}" destId="{55D9D9DF-020F-4EC5-87FF-F34D5A142622}" srcOrd="2" destOrd="0" presId="urn:microsoft.com/office/officeart/2008/layout/LinedList"/>
    <dgm:cxn modelId="{949390AD-EBFA-46F0-B5F7-79692E54F36E}" type="presParOf" srcId="{FC66B43E-FB55-4243-B3B6-1E32327642CC}" destId="{9F2FF847-4C82-483C-89C8-0D6F86222DEF}" srcOrd="3" destOrd="0" presId="urn:microsoft.com/office/officeart/2008/layout/LinedList"/>
    <dgm:cxn modelId="{5693740F-CADA-4108-9C0D-649895C37580}" type="presParOf" srcId="{9F2FF847-4C82-483C-89C8-0D6F86222DEF}" destId="{7C3ABED2-F933-4B88-AFA4-D8DC216D171A}" srcOrd="0" destOrd="0" presId="urn:microsoft.com/office/officeart/2008/layout/LinedList"/>
    <dgm:cxn modelId="{0105D345-4E61-40CD-8489-D80670D2C40F}" type="presParOf" srcId="{9F2FF847-4C82-483C-89C8-0D6F86222DEF}" destId="{2C71ECA8-7AEB-453D-B44D-8C0BED6DDF8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EAECEEA-C938-47F2-B153-C6FBAE052B9A}"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B7FE802B-4EAF-44F4-87EB-8B0ACDE7FE8D}">
      <dgm:prSet/>
      <dgm:spPr/>
      <dgm:t>
        <a:bodyPr/>
        <a:lstStyle/>
        <a:p>
          <a:r>
            <a:rPr lang="en-US" i="1"/>
            <a:t>What code-level optimization gave the biggest user-visible improvement?</a:t>
          </a:r>
          <a:endParaRPr lang="en-US"/>
        </a:p>
      </dgm:t>
    </dgm:pt>
    <dgm:pt modelId="{08E2C832-9CAC-4C69-98CD-8845A10C2893}" type="parTrans" cxnId="{90653C71-C5A8-405F-9BAA-C81BCD1EF730}">
      <dgm:prSet/>
      <dgm:spPr/>
      <dgm:t>
        <a:bodyPr/>
        <a:lstStyle/>
        <a:p>
          <a:endParaRPr lang="en-US"/>
        </a:p>
      </dgm:t>
    </dgm:pt>
    <dgm:pt modelId="{92586B53-2469-4A04-A2E1-C75E611289F2}" type="sibTrans" cxnId="{90653C71-C5A8-405F-9BAA-C81BCD1EF730}">
      <dgm:prSet/>
      <dgm:spPr/>
      <dgm:t>
        <a:bodyPr/>
        <a:lstStyle/>
        <a:p>
          <a:endParaRPr lang="en-US"/>
        </a:p>
      </dgm:t>
    </dgm:pt>
    <dgm:pt modelId="{34A4B63B-5326-4FED-B15D-4A90096D17AE}">
      <dgm:prSet/>
      <dgm:spPr/>
      <dgm:t>
        <a:bodyPr/>
        <a:lstStyle/>
        <a:p>
          <a:r>
            <a:rPr lang="en-US"/>
            <a:t>The biggest user-visible improvement was switching playlist and chat screens to real-time Firestore streams. This made new songs, votes, and messages appear automatically without needing manual refresh.</a:t>
          </a:r>
        </a:p>
      </dgm:t>
    </dgm:pt>
    <dgm:pt modelId="{4765280F-CAB8-4084-8CF5-29CCF108450F}" type="parTrans" cxnId="{A0D21512-7FF1-478F-906D-C4C665F76A2A}">
      <dgm:prSet/>
      <dgm:spPr/>
      <dgm:t>
        <a:bodyPr/>
        <a:lstStyle/>
        <a:p>
          <a:endParaRPr lang="en-US"/>
        </a:p>
      </dgm:t>
    </dgm:pt>
    <dgm:pt modelId="{8480903B-90CD-4CF2-91C6-F0E3B500E639}" type="sibTrans" cxnId="{A0D21512-7FF1-478F-906D-C4C665F76A2A}">
      <dgm:prSet/>
      <dgm:spPr/>
      <dgm:t>
        <a:bodyPr/>
        <a:lstStyle/>
        <a:p>
          <a:endParaRPr lang="en-US"/>
        </a:p>
      </dgm:t>
    </dgm:pt>
    <dgm:pt modelId="{5C7BC71B-7F3C-4EA8-AD73-8FC867B4F9A7}" type="pres">
      <dgm:prSet presAssocID="{9EAECEEA-C938-47F2-B153-C6FBAE052B9A}" presName="vert0" presStyleCnt="0">
        <dgm:presLayoutVars>
          <dgm:dir/>
          <dgm:animOne val="branch"/>
          <dgm:animLvl val="lvl"/>
        </dgm:presLayoutVars>
      </dgm:prSet>
      <dgm:spPr/>
    </dgm:pt>
    <dgm:pt modelId="{A89FA846-2BBE-4BE9-8A7C-4A7A6B684526}" type="pres">
      <dgm:prSet presAssocID="{B7FE802B-4EAF-44F4-87EB-8B0ACDE7FE8D}" presName="thickLine" presStyleLbl="alignNode1" presStyleIdx="0" presStyleCnt="2"/>
      <dgm:spPr/>
    </dgm:pt>
    <dgm:pt modelId="{E632C092-F054-48C3-993A-2C3357F46964}" type="pres">
      <dgm:prSet presAssocID="{B7FE802B-4EAF-44F4-87EB-8B0ACDE7FE8D}" presName="horz1" presStyleCnt="0"/>
      <dgm:spPr/>
    </dgm:pt>
    <dgm:pt modelId="{E5BD07D6-633E-4544-978C-97DDB6D8BCE4}" type="pres">
      <dgm:prSet presAssocID="{B7FE802B-4EAF-44F4-87EB-8B0ACDE7FE8D}" presName="tx1" presStyleLbl="revTx" presStyleIdx="0" presStyleCnt="2"/>
      <dgm:spPr/>
    </dgm:pt>
    <dgm:pt modelId="{9BF73CC4-0293-456C-8628-194BF8136586}" type="pres">
      <dgm:prSet presAssocID="{B7FE802B-4EAF-44F4-87EB-8B0ACDE7FE8D}" presName="vert1" presStyleCnt="0"/>
      <dgm:spPr/>
    </dgm:pt>
    <dgm:pt modelId="{94F07EC3-03FE-4D92-AFDD-6B93EC6EAA7C}" type="pres">
      <dgm:prSet presAssocID="{34A4B63B-5326-4FED-B15D-4A90096D17AE}" presName="thickLine" presStyleLbl="alignNode1" presStyleIdx="1" presStyleCnt="2"/>
      <dgm:spPr/>
    </dgm:pt>
    <dgm:pt modelId="{B6D43DDF-4C99-4F56-A833-18726829BBEA}" type="pres">
      <dgm:prSet presAssocID="{34A4B63B-5326-4FED-B15D-4A90096D17AE}" presName="horz1" presStyleCnt="0"/>
      <dgm:spPr/>
    </dgm:pt>
    <dgm:pt modelId="{05225657-28B5-41EF-89DB-22150BED60BE}" type="pres">
      <dgm:prSet presAssocID="{34A4B63B-5326-4FED-B15D-4A90096D17AE}" presName="tx1" presStyleLbl="revTx" presStyleIdx="1" presStyleCnt="2"/>
      <dgm:spPr/>
    </dgm:pt>
    <dgm:pt modelId="{625728B7-3008-43D8-B546-70E7BA86F3BC}" type="pres">
      <dgm:prSet presAssocID="{34A4B63B-5326-4FED-B15D-4A90096D17AE}" presName="vert1" presStyleCnt="0"/>
      <dgm:spPr/>
    </dgm:pt>
  </dgm:ptLst>
  <dgm:cxnLst>
    <dgm:cxn modelId="{A0D21512-7FF1-478F-906D-C4C665F76A2A}" srcId="{9EAECEEA-C938-47F2-B153-C6FBAE052B9A}" destId="{34A4B63B-5326-4FED-B15D-4A90096D17AE}" srcOrd="1" destOrd="0" parTransId="{4765280F-CAB8-4084-8CF5-29CCF108450F}" sibTransId="{8480903B-90CD-4CF2-91C6-F0E3B500E639}"/>
    <dgm:cxn modelId="{4E052F68-AE9C-4851-BAFB-E10678A43540}" type="presOf" srcId="{34A4B63B-5326-4FED-B15D-4A90096D17AE}" destId="{05225657-28B5-41EF-89DB-22150BED60BE}" srcOrd="0" destOrd="0" presId="urn:microsoft.com/office/officeart/2008/layout/LinedList"/>
    <dgm:cxn modelId="{90653C71-C5A8-405F-9BAA-C81BCD1EF730}" srcId="{9EAECEEA-C938-47F2-B153-C6FBAE052B9A}" destId="{B7FE802B-4EAF-44F4-87EB-8B0ACDE7FE8D}" srcOrd="0" destOrd="0" parTransId="{08E2C832-9CAC-4C69-98CD-8845A10C2893}" sibTransId="{92586B53-2469-4A04-A2E1-C75E611289F2}"/>
    <dgm:cxn modelId="{E20C6F92-534E-47BD-B193-74AD33DC8082}" type="presOf" srcId="{B7FE802B-4EAF-44F4-87EB-8B0ACDE7FE8D}" destId="{E5BD07D6-633E-4544-978C-97DDB6D8BCE4}" srcOrd="0" destOrd="0" presId="urn:microsoft.com/office/officeart/2008/layout/LinedList"/>
    <dgm:cxn modelId="{F84588E8-E35E-4021-9349-633BB391B076}" type="presOf" srcId="{9EAECEEA-C938-47F2-B153-C6FBAE052B9A}" destId="{5C7BC71B-7F3C-4EA8-AD73-8FC867B4F9A7}" srcOrd="0" destOrd="0" presId="urn:microsoft.com/office/officeart/2008/layout/LinedList"/>
    <dgm:cxn modelId="{8C0A2013-772E-4F98-A6D3-75EFCCD51EEC}" type="presParOf" srcId="{5C7BC71B-7F3C-4EA8-AD73-8FC867B4F9A7}" destId="{A89FA846-2BBE-4BE9-8A7C-4A7A6B684526}" srcOrd="0" destOrd="0" presId="urn:microsoft.com/office/officeart/2008/layout/LinedList"/>
    <dgm:cxn modelId="{1A19F772-4B23-4390-BD2D-33337777F995}" type="presParOf" srcId="{5C7BC71B-7F3C-4EA8-AD73-8FC867B4F9A7}" destId="{E632C092-F054-48C3-993A-2C3357F46964}" srcOrd="1" destOrd="0" presId="urn:microsoft.com/office/officeart/2008/layout/LinedList"/>
    <dgm:cxn modelId="{F030CF29-A3BB-432A-88C0-683D54B95CAC}" type="presParOf" srcId="{E632C092-F054-48C3-993A-2C3357F46964}" destId="{E5BD07D6-633E-4544-978C-97DDB6D8BCE4}" srcOrd="0" destOrd="0" presId="urn:microsoft.com/office/officeart/2008/layout/LinedList"/>
    <dgm:cxn modelId="{5E8D32AA-354A-46F0-94E1-70739193B03D}" type="presParOf" srcId="{E632C092-F054-48C3-993A-2C3357F46964}" destId="{9BF73CC4-0293-456C-8628-194BF8136586}" srcOrd="1" destOrd="0" presId="urn:microsoft.com/office/officeart/2008/layout/LinedList"/>
    <dgm:cxn modelId="{9DE9697A-825E-44C2-94F8-9AB66A6D78A3}" type="presParOf" srcId="{5C7BC71B-7F3C-4EA8-AD73-8FC867B4F9A7}" destId="{94F07EC3-03FE-4D92-AFDD-6B93EC6EAA7C}" srcOrd="2" destOrd="0" presId="urn:microsoft.com/office/officeart/2008/layout/LinedList"/>
    <dgm:cxn modelId="{64DB32EF-4D50-461C-9AC3-913BCBA5C81C}" type="presParOf" srcId="{5C7BC71B-7F3C-4EA8-AD73-8FC867B4F9A7}" destId="{B6D43DDF-4C99-4F56-A833-18726829BBEA}" srcOrd="3" destOrd="0" presId="urn:microsoft.com/office/officeart/2008/layout/LinedList"/>
    <dgm:cxn modelId="{C9B6C578-C13C-432B-B95E-2B9E5F07CA23}" type="presParOf" srcId="{B6D43DDF-4C99-4F56-A833-18726829BBEA}" destId="{05225657-28B5-41EF-89DB-22150BED60BE}" srcOrd="0" destOrd="0" presId="urn:microsoft.com/office/officeart/2008/layout/LinedList"/>
    <dgm:cxn modelId="{C78DCEB1-D7EC-411F-BBEF-C024B52B77E3}" type="presParOf" srcId="{B6D43DDF-4C99-4F56-A833-18726829BBEA}" destId="{625728B7-3008-43D8-B546-70E7BA86F3B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25BDD2F-668B-4A02-BBE0-7E1ADF8C437F}"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0B517D5E-4B99-4281-9A91-34ABA1600476}">
      <dgm:prSet/>
      <dgm:spPr/>
      <dgm:t>
        <a:bodyPr/>
        <a:lstStyle/>
        <a:p>
          <a:r>
            <a:rPr lang="en-US" i="1"/>
            <a:t>If AI-assisted features are included, explain how outputs are validated before users rely on them.</a:t>
          </a:r>
          <a:endParaRPr lang="en-US"/>
        </a:p>
      </dgm:t>
    </dgm:pt>
    <dgm:pt modelId="{0D631FC8-0B28-49FF-AA93-5DBAA1923926}" type="parTrans" cxnId="{53806EC5-E2C2-48BF-916C-5BBFBEC46710}">
      <dgm:prSet/>
      <dgm:spPr/>
      <dgm:t>
        <a:bodyPr/>
        <a:lstStyle/>
        <a:p>
          <a:endParaRPr lang="en-US"/>
        </a:p>
      </dgm:t>
    </dgm:pt>
    <dgm:pt modelId="{E33EA175-D9CA-4359-8534-F55411FA5C11}" type="sibTrans" cxnId="{53806EC5-E2C2-48BF-916C-5BBFBEC46710}">
      <dgm:prSet/>
      <dgm:spPr/>
      <dgm:t>
        <a:bodyPr/>
        <a:lstStyle/>
        <a:p>
          <a:endParaRPr lang="en-US"/>
        </a:p>
      </dgm:t>
    </dgm:pt>
    <dgm:pt modelId="{8633DF96-EC14-48DC-8E26-086376216F4E}">
      <dgm:prSet/>
      <dgm:spPr/>
      <dgm:t>
        <a:bodyPr/>
        <a:lstStyle/>
        <a:p>
          <a:r>
            <a:rPr lang="en-US"/>
            <a:t>If AI-assisted features are included, the output should be validated before users rely on it. For example, recommendation scores should be based on clear data like votes, listening history, and mood tags instead of random suggestions. The app should show the scoring reason so users understand why a song was recommended.</a:t>
          </a:r>
        </a:p>
      </dgm:t>
    </dgm:pt>
    <dgm:pt modelId="{D9DDABDA-CF93-46A8-8042-A4C587326A32}" type="parTrans" cxnId="{8BE8503E-5D86-4578-85F6-D11F568C8867}">
      <dgm:prSet/>
      <dgm:spPr/>
      <dgm:t>
        <a:bodyPr/>
        <a:lstStyle/>
        <a:p>
          <a:endParaRPr lang="en-US"/>
        </a:p>
      </dgm:t>
    </dgm:pt>
    <dgm:pt modelId="{4BA86B2F-CEFD-453D-9AC2-695FD3D7A32F}" type="sibTrans" cxnId="{8BE8503E-5D86-4578-85F6-D11F568C8867}">
      <dgm:prSet/>
      <dgm:spPr/>
      <dgm:t>
        <a:bodyPr/>
        <a:lstStyle/>
        <a:p>
          <a:endParaRPr lang="en-US"/>
        </a:p>
      </dgm:t>
    </dgm:pt>
    <dgm:pt modelId="{45DFD6F5-4C4E-448E-A7A3-13A0FEC30D81}" type="pres">
      <dgm:prSet presAssocID="{825BDD2F-668B-4A02-BBE0-7E1ADF8C437F}" presName="vert0" presStyleCnt="0">
        <dgm:presLayoutVars>
          <dgm:dir/>
          <dgm:animOne val="branch"/>
          <dgm:animLvl val="lvl"/>
        </dgm:presLayoutVars>
      </dgm:prSet>
      <dgm:spPr/>
    </dgm:pt>
    <dgm:pt modelId="{04A1E9E5-AABE-44B5-A88D-D74F5C73D64F}" type="pres">
      <dgm:prSet presAssocID="{0B517D5E-4B99-4281-9A91-34ABA1600476}" presName="thickLine" presStyleLbl="alignNode1" presStyleIdx="0" presStyleCnt="2"/>
      <dgm:spPr/>
    </dgm:pt>
    <dgm:pt modelId="{C3440B39-1D55-4491-B77F-B5E82E988C9D}" type="pres">
      <dgm:prSet presAssocID="{0B517D5E-4B99-4281-9A91-34ABA1600476}" presName="horz1" presStyleCnt="0"/>
      <dgm:spPr/>
    </dgm:pt>
    <dgm:pt modelId="{13AEB4B2-40D4-4045-A0B7-8B710F056E5A}" type="pres">
      <dgm:prSet presAssocID="{0B517D5E-4B99-4281-9A91-34ABA1600476}" presName="tx1" presStyleLbl="revTx" presStyleIdx="0" presStyleCnt="2"/>
      <dgm:spPr/>
    </dgm:pt>
    <dgm:pt modelId="{13744D2B-83CC-458A-B1D8-224871604971}" type="pres">
      <dgm:prSet presAssocID="{0B517D5E-4B99-4281-9A91-34ABA1600476}" presName="vert1" presStyleCnt="0"/>
      <dgm:spPr/>
    </dgm:pt>
    <dgm:pt modelId="{90CA7CE1-B788-458B-8794-B69332CC1A31}" type="pres">
      <dgm:prSet presAssocID="{8633DF96-EC14-48DC-8E26-086376216F4E}" presName="thickLine" presStyleLbl="alignNode1" presStyleIdx="1" presStyleCnt="2"/>
      <dgm:spPr/>
    </dgm:pt>
    <dgm:pt modelId="{5C57CDBD-B1BC-4927-ADBD-D4461C555D08}" type="pres">
      <dgm:prSet presAssocID="{8633DF96-EC14-48DC-8E26-086376216F4E}" presName="horz1" presStyleCnt="0"/>
      <dgm:spPr/>
    </dgm:pt>
    <dgm:pt modelId="{526969AD-AAEF-4D6A-AD45-64FB68DCC5EA}" type="pres">
      <dgm:prSet presAssocID="{8633DF96-EC14-48DC-8E26-086376216F4E}" presName="tx1" presStyleLbl="revTx" presStyleIdx="1" presStyleCnt="2"/>
      <dgm:spPr/>
    </dgm:pt>
    <dgm:pt modelId="{9CAFB7B6-2746-473F-807D-22EED31D9829}" type="pres">
      <dgm:prSet presAssocID="{8633DF96-EC14-48DC-8E26-086376216F4E}" presName="vert1" presStyleCnt="0"/>
      <dgm:spPr/>
    </dgm:pt>
  </dgm:ptLst>
  <dgm:cxnLst>
    <dgm:cxn modelId="{8BE8503E-5D86-4578-85F6-D11F568C8867}" srcId="{825BDD2F-668B-4A02-BBE0-7E1ADF8C437F}" destId="{8633DF96-EC14-48DC-8E26-086376216F4E}" srcOrd="1" destOrd="0" parTransId="{D9DDABDA-CF93-46A8-8042-A4C587326A32}" sibTransId="{4BA86B2F-CEFD-453D-9AC2-695FD3D7A32F}"/>
    <dgm:cxn modelId="{9CAC6F81-D857-44EB-9587-3531EB2DBC6E}" type="presOf" srcId="{825BDD2F-668B-4A02-BBE0-7E1ADF8C437F}" destId="{45DFD6F5-4C4E-448E-A7A3-13A0FEC30D81}" srcOrd="0" destOrd="0" presId="urn:microsoft.com/office/officeart/2008/layout/LinedList"/>
    <dgm:cxn modelId="{53806EC5-E2C2-48BF-916C-5BBFBEC46710}" srcId="{825BDD2F-668B-4A02-BBE0-7E1ADF8C437F}" destId="{0B517D5E-4B99-4281-9A91-34ABA1600476}" srcOrd="0" destOrd="0" parTransId="{0D631FC8-0B28-49FF-AA93-5DBAA1923926}" sibTransId="{E33EA175-D9CA-4359-8534-F55411FA5C11}"/>
    <dgm:cxn modelId="{7BC010DB-4B84-4141-A651-7F8A94EEE4B1}" type="presOf" srcId="{8633DF96-EC14-48DC-8E26-086376216F4E}" destId="{526969AD-AAEF-4D6A-AD45-64FB68DCC5EA}" srcOrd="0" destOrd="0" presId="urn:microsoft.com/office/officeart/2008/layout/LinedList"/>
    <dgm:cxn modelId="{D4020EEC-8595-415E-98DB-3D9FD86F8550}" type="presOf" srcId="{0B517D5E-4B99-4281-9A91-34ABA1600476}" destId="{13AEB4B2-40D4-4045-A0B7-8B710F056E5A}" srcOrd="0" destOrd="0" presId="urn:microsoft.com/office/officeart/2008/layout/LinedList"/>
    <dgm:cxn modelId="{CB9DF0D3-D6A7-4E14-93FB-5712DADDFD3F}" type="presParOf" srcId="{45DFD6F5-4C4E-448E-A7A3-13A0FEC30D81}" destId="{04A1E9E5-AABE-44B5-A88D-D74F5C73D64F}" srcOrd="0" destOrd="0" presId="urn:microsoft.com/office/officeart/2008/layout/LinedList"/>
    <dgm:cxn modelId="{757DC69D-53C7-4876-86B8-6E810AF9AFFD}" type="presParOf" srcId="{45DFD6F5-4C4E-448E-A7A3-13A0FEC30D81}" destId="{C3440B39-1D55-4491-B77F-B5E82E988C9D}" srcOrd="1" destOrd="0" presId="urn:microsoft.com/office/officeart/2008/layout/LinedList"/>
    <dgm:cxn modelId="{6D5CC120-58A0-4280-8D5A-4702388A9147}" type="presParOf" srcId="{C3440B39-1D55-4491-B77F-B5E82E988C9D}" destId="{13AEB4B2-40D4-4045-A0B7-8B710F056E5A}" srcOrd="0" destOrd="0" presId="urn:microsoft.com/office/officeart/2008/layout/LinedList"/>
    <dgm:cxn modelId="{3FDCAF3E-24FD-4920-91DF-39FBE5EFCAFE}" type="presParOf" srcId="{C3440B39-1D55-4491-B77F-B5E82E988C9D}" destId="{13744D2B-83CC-458A-B1D8-224871604971}" srcOrd="1" destOrd="0" presId="urn:microsoft.com/office/officeart/2008/layout/LinedList"/>
    <dgm:cxn modelId="{606CEC5F-41C4-481F-BE71-7D4DDA8EDCD9}" type="presParOf" srcId="{45DFD6F5-4C4E-448E-A7A3-13A0FEC30D81}" destId="{90CA7CE1-B788-458B-8794-B69332CC1A31}" srcOrd="2" destOrd="0" presId="urn:microsoft.com/office/officeart/2008/layout/LinedList"/>
    <dgm:cxn modelId="{B5C7E80C-32B5-43C8-BCA8-DF16B0399A5B}" type="presParOf" srcId="{45DFD6F5-4C4E-448E-A7A3-13A0FEC30D81}" destId="{5C57CDBD-B1BC-4927-ADBD-D4461C555D08}" srcOrd="3" destOrd="0" presId="urn:microsoft.com/office/officeart/2008/layout/LinedList"/>
    <dgm:cxn modelId="{4014F539-7583-4178-A8AB-90229299E188}" type="presParOf" srcId="{5C57CDBD-B1BC-4927-ADBD-D4461C555D08}" destId="{526969AD-AAEF-4D6A-AD45-64FB68DCC5EA}" srcOrd="0" destOrd="0" presId="urn:microsoft.com/office/officeart/2008/layout/LinedList"/>
    <dgm:cxn modelId="{4103CD78-8007-4F64-90EB-551F32400875}" type="presParOf" srcId="{5C57CDBD-B1BC-4927-ADBD-D4461C555D08}" destId="{9CAFB7B6-2746-473F-807D-22EED31D982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9B6FB6F-A734-47B0-AA7D-8D81D585611B}"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3DF0C0C1-A8FE-4948-B60C-A02E4354F48E}">
      <dgm:prSet/>
      <dgm:spPr/>
      <dgm:t>
        <a:bodyPr/>
        <a:lstStyle/>
        <a:p>
          <a:r>
            <a:rPr lang="en-US" i="1"/>
            <a:t>Describe the trade-off between strict Firestore rule validation and iterative development speed in your project.</a:t>
          </a:r>
          <a:endParaRPr lang="en-US"/>
        </a:p>
      </dgm:t>
    </dgm:pt>
    <dgm:pt modelId="{674E05EB-6F8A-44E4-9045-8F3CF774DC5F}" type="parTrans" cxnId="{837C1970-B715-4228-AE8B-350350BBD8EA}">
      <dgm:prSet/>
      <dgm:spPr/>
      <dgm:t>
        <a:bodyPr/>
        <a:lstStyle/>
        <a:p>
          <a:endParaRPr lang="en-US"/>
        </a:p>
      </dgm:t>
    </dgm:pt>
    <dgm:pt modelId="{30E8439D-20B8-4734-A655-B7BC4B88C6CC}" type="sibTrans" cxnId="{837C1970-B715-4228-AE8B-350350BBD8EA}">
      <dgm:prSet/>
      <dgm:spPr/>
      <dgm:t>
        <a:bodyPr/>
        <a:lstStyle/>
        <a:p>
          <a:endParaRPr lang="en-US"/>
        </a:p>
      </dgm:t>
    </dgm:pt>
    <dgm:pt modelId="{FC125424-2B42-4967-86D4-03366D163125}">
      <dgm:prSet/>
      <dgm:spPr/>
      <dgm:t>
        <a:bodyPr/>
        <a:lstStyle/>
        <a:p>
          <a:r>
            <a:rPr lang="en-US"/>
            <a:t>Strict Firestore rules improve security, but they can slow down development because every data write has to match the rule structure exactly. During early development, test rules helped us move faster. Later, stricter rules should be added so only logged-in users can read and write the correct data.</a:t>
          </a:r>
        </a:p>
      </dgm:t>
    </dgm:pt>
    <dgm:pt modelId="{D80F909E-9339-4BD5-8870-933584939B32}" type="parTrans" cxnId="{7D7AAFFF-12F5-477B-BD29-0FCD3A556338}">
      <dgm:prSet/>
      <dgm:spPr/>
      <dgm:t>
        <a:bodyPr/>
        <a:lstStyle/>
        <a:p>
          <a:endParaRPr lang="en-US"/>
        </a:p>
      </dgm:t>
    </dgm:pt>
    <dgm:pt modelId="{C8B0B94B-EB72-4D04-9143-E785EB25D06C}" type="sibTrans" cxnId="{7D7AAFFF-12F5-477B-BD29-0FCD3A556338}">
      <dgm:prSet/>
      <dgm:spPr/>
      <dgm:t>
        <a:bodyPr/>
        <a:lstStyle/>
        <a:p>
          <a:endParaRPr lang="en-US"/>
        </a:p>
      </dgm:t>
    </dgm:pt>
    <dgm:pt modelId="{7CF90401-3BCC-45C7-AF64-670FAB462147}" type="pres">
      <dgm:prSet presAssocID="{D9B6FB6F-A734-47B0-AA7D-8D81D585611B}" presName="vert0" presStyleCnt="0">
        <dgm:presLayoutVars>
          <dgm:dir/>
          <dgm:animOne val="branch"/>
          <dgm:animLvl val="lvl"/>
        </dgm:presLayoutVars>
      </dgm:prSet>
      <dgm:spPr/>
    </dgm:pt>
    <dgm:pt modelId="{7DDF0924-86F1-4F6B-BB58-2DB54853D067}" type="pres">
      <dgm:prSet presAssocID="{3DF0C0C1-A8FE-4948-B60C-A02E4354F48E}" presName="thickLine" presStyleLbl="alignNode1" presStyleIdx="0" presStyleCnt="2"/>
      <dgm:spPr/>
    </dgm:pt>
    <dgm:pt modelId="{598EF3A0-D337-4C1F-8114-3BDB007D76BF}" type="pres">
      <dgm:prSet presAssocID="{3DF0C0C1-A8FE-4948-B60C-A02E4354F48E}" presName="horz1" presStyleCnt="0"/>
      <dgm:spPr/>
    </dgm:pt>
    <dgm:pt modelId="{7AF1F090-446B-4CF1-A633-71D6140F4CFA}" type="pres">
      <dgm:prSet presAssocID="{3DF0C0C1-A8FE-4948-B60C-A02E4354F48E}" presName="tx1" presStyleLbl="revTx" presStyleIdx="0" presStyleCnt="2"/>
      <dgm:spPr/>
    </dgm:pt>
    <dgm:pt modelId="{DF4A523F-90EF-47B0-9D8C-80320B7B54B1}" type="pres">
      <dgm:prSet presAssocID="{3DF0C0C1-A8FE-4948-B60C-A02E4354F48E}" presName="vert1" presStyleCnt="0"/>
      <dgm:spPr/>
    </dgm:pt>
    <dgm:pt modelId="{FE050B08-BBFB-44A3-9F91-72E71B0360B7}" type="pres">
      <dgm:prSet presAssocID="{FC125424-2B42-4967-86D4-03366D163125}" presName="thickLine" presStyleLbl="alignNode1" presStyleIdx="1" presStyleCnt="2"/>
      <dgm:spPr/>
    </dgm:pt>
    <dgm:pt modelId="{E61D67DD-29A4-481E-B377-43FB5DC5F393}" type="pres">
      <dgm:prSet presAssocID="{FC125424-2B42-4967-86D4-03366D163125}" presName="horz1" presStyleCnt="0"/>
      <dgm:spPr/>
    </dgm:pt>
    <dgm:pt modelId="{DF3E674F-FFA5-46D2-BC1E-21B073654FF8}" type="pres">
      <dgm:prSet presAssocID="{FC125424-2B42-4967-86D4-03366D163125}" presName="tx1" presStyleLbl="revTx" presStyleIdx="1" presStyleCnt="2"/>
      <dgm:spPr/>
    </dgm:pt>
    <dgm:pt modelId="{F34A41C0-9CA2-484B-AFF8-0866798174C3}" type="pres">
      <dgm:prSet presAssocID="{FC125424-2B42-4967-86D4-03366D163125}" presName="vert1" presStyleCnt="0"/>
      <dgm:spPr/>
    </dgm:pt>
  </dgm:ptLst>
  <dgm:cxnLst>
    <dgm:cxn modelId="{74187530-C907-42C0-8931-55AA93498D27}" type="presOf" srcId="{D9B6FB6F-A734-47B0-AA7D-8D81D585611B}" destId="{7CF90401-3BCC-45C7-AF64-670FAB462147}" srcOrd="0" destOrd="0" presId="urn:microsoft.com/office/officeart/2008/layout/LinedList"/>
    <dgm:cxn modelId="{837C1970-B715-4228-AE8B-350350BBD8EA}" srcId="{D9B6FB6F-A734-47B0-AA7D-8D81D585611B}" destId="{3DF0C0C1-A8FE-4948-B60C-A02E4354F48E}" srcOrd="0" destOrd="0" parTransId="{674E05EB-6F8A-44E4-9045-8F3CF774DC5F}" sibTransId="{30E8439D-20B8-4734-A655-B7BC4B88C6CC}"/>
    <dgm:cxn modelId="{4076DBAE-A095-4496-BC9A-F55C79476ECB}" type="presOf" srcId="{3DF0C0C1-A8FE-4948-B60C-A02E4354F48E}" destId="{7AF1F090-446B-4CF1-A633-71D6140F4CFA}" srcOrd="0" destOrd="0" presId="urn:microsoft.com/office/officeart/2008/layout/LinedList"/>
    <dgm:cxn modelId="{0EB631B5-4AAB-41D5-8616-8706EC81C42E}" type="presOf" srcId="{FC125424-2B42-4967-86D4-03366D163125}" destId="{DF3E674F-FFA5-46D2-BC1E-21B073654FF8}" srcOrd="0" destOrd="0" presId="urn:microsoft.com/office/officeart/2008/layout/LinedList"/>
    <dgm:cxn modelId="{7D7AAFFF-12F5-477B-BD29-0FCD3A556338}" srcId="{D9B6FB6F-A734-47B0-AA7D-8D81D585611B}" destId="{FC125424-2B42-4967-86D4-03366D163125}" srcOrd="1" destOrd="0" parTransId="{D80F909E-9339-4BD5-8870-933584939B32}" sibTransId="{C8B0B94B-EB72-4D04-9143-E785EB25D06C}"/>
    <dgm:cxn modelId="{00DFEF81-E14E-49CA-8BF7-0908B2B200A1}" type="presParOf" srcId="{7CF90401-3BCC-45C7-AF64-670FAB462147}" destId="{7DDF0924-86F1-4F6B-BB58-2DB54853D067}" srcOrd="0" destOrd="0" presId="urn:microsoft.com/office/officeart/2008/layout/LinedList"/>
    <dgm:cxn modelId="{D0EDCE62-3D42-448D-B84E-4E7931768341}" type="presParOf" srcId="{7CF90401-3BCC-45C7-AF64-670FAB462147}" destId="{598EF3A0-D337-4C1F-8114-3BDB007D76BF}" srcOrd="1" destOrd="0" presId="urn:microsoft.com/office/officeart/2008/layout/LinedList"/>
    <dgm:cxn modelId="{3EAEA28C-BC4C-4C69-A654-1581DAE4A631}" type="presParOf" srcId="{598EF3A0-D337-4C1F-8114-3BDB007D76BF}" destId="{7AF1F090-446B-4CF1-A633-71D6140F4CFA}" srcOrd="0" destOrd="0" presId="urn:microsoft.com/office/officeart/2008/layout/LinedList"/>
    <dgm:cxn modelId="{EA2220BB-48F3-461D-94FE-9366105CF6D4}" type="presParOf" srcId="{598EF3A0-D337-4C1F-8114-3BDB007D76BF}" destId="{DF4A523F-90EF-47B0-9D8C-80320B7B54B1}" srcOrd="1" destOrd="0" presId="urn:microsoft.com/office/officeart/2008/layout/LinedList"/>
    <dgm:cxn modelId="{291F1D05-9FE3-42E2-82DC-CB20A647180C}" type="presParOf" srcId="{7CF90401-3BCC-45C7-AF64-670FAB462147}" destId="{FE050B08-BBFB-44A3-9F91-72E71B0360B7}" srcOrd="2" destOrd="0" presId="urn:microsoft.com/office/officeart/2008/layout/LinedList"/>
    <dgm:cxn modelId="{C9019846-1748-4076-A030-F520FFFFE026}" type="presParOf" srcId="{7CF90401-3BCC-45C7-AF64-670FAB462147}" destId="{E61D67DD-29A4-481E-B377-43FB5DC5F393}" srcOrd="3" destOrd="0" presId="urn:microsoft.com/office/officeart/2008/layout/LinedList"/>
    <dgm:cxn modelId="{80E4FB6B-435B-4F30-A5FF-0227548F361C}" type="presParOf" srcId="{E61D67DD-29A4-481E-B377-43FB5DC5F393}" destId="{DF3E674F-FFA5-46D2-BC1E-21B073654FF8}" srcOrd="0" destOrd="0" presId="urn:microsoft.com/office/officeart/2008/layout/LinedList"/>
    <dgm:cxn modelId="{4366AB03-71AA-4EF5-8DEC-50D55F3EC6DB}" type="presParOf" srcId="{E61D67DD-29A4-481E-B377-43FB5DC5F393}" destId="{F34A41C0-9CA2-484B-AFF8-0866798174C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FA0B26A-B7ED-4886-8F39-39C68059C98B}"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BA63E925-BFD0-4C22-9552-9D7B91A73C9D}">
      <dgm:prSet/>
      <dgm:spPr/>
      <dgm:t>
        <a:bodyPr/>
        <a:lstStyle/>
        <a:p>
          <a:r>
            <a:rPr lang="en-US" i="1"/>
            <a:t>How did you test your Security Rules – emulator simulation, live test writes, or rule playground? Show one blocked invalid request.</a:t>
          </a:r>
          <a:endParaRPr lang="en-US"/>
        </a:p>
      </dgm:t>
    </dgm:pt>
    <dgm:pt modelId="{CC53FEE4-40DA-4CAB-8C9F-9D374A5B83FA}" type="parTrans" cxnId="{04F93FB0-D1CA-4CAF-87FE-C80B1B35F312}">
      <dgm:prSet/>
      <dgm:spPr/>
      <dgm:t>
        <a:bodyPr/>
        <a:lstStyle/>
        <a:p>
          <a:endParaRPr lang="en-US"/>
        </a:p>
      </dgm:t>
    </dgm:pt>
    <dgm:pt modelId="{8156F55E-8A64-4BEE-9F0D-1D2CC44A71FB}" type="sibTrans" cxnId="{04F93FB0-D1CA-4CAF-87FE-C80B1B35F312}">
      <dgm:prSet/>
      <dgm:spPr/>
      <dgm:t>
        <a:bodyPr/>
        <a:lstStyle/>
        <a:p>
          <a:endParaRPr lang="en-US"/>
        </a:p>
      </dgm:t>
    </dgm:pt>
    <dgm:pt modelId="{7EE4563F-C6E4-4791-B33A-067B5733A551}">
      <dgm:prSet/>
      <dgm:spPr/>
      <dgm:t>
        <a:bodyPr/>
        <a:lstStyle/>
        <a:p>
          <a:r>
            <a:rPr lang="en-US"/>
            <a:t>I tested Security Rules using live test writes in the app and Firebase console. One blocked invalid request would be trying to write data while logged out. Since the rule requires request.auth != null, Firestore blocks unauthenticated users from creating playlists or writing user data.</a:t>
          </a:r>
        </a:p>
      </dgm:t>
    </dgm:pt>
    <dgm:pt modelId="{404D8682-EE11-4A8C-A23A-507CF655945F}" type="parTrans" cxnId="{342D278C-D25F-4680-A7FB-1299F7F11868}">
      <dgm:prSet/>
      <dgm:spPr/>
      <dgm:t>
        <a:bodyPr/>
        <a:lstStyle/>
        <a:p>
          <a:endParaRPr lang="en-US"/>
        </a:p>
      </dgm:t>
    </dgm:pt>
    <dgm:pt modelId="{B7CF4C65-4044-4FDB-982B-F950AF087B7F}" type="sibTrans" cxnId="{342D278C-D25F-4680-A7FB-1299F7F11868}">
      <dgm:prSet/>
      <dgm:spPr/>
      <dgm:t>
        <a:bodyPr/>
        <a:lstStyle/>
        <a:p>
          <a:endParaRPr lang="en-US"/>
        </a:p>
      </dgm:t>
    </dgm:pt>
    <dgm:pt modelId="{D8D877EC-F4EF-4421-B9D4-23912F3FA412}" type="pres">
      <dgm:prSet presAssocID="{7FA0B26A-B7ED-4886-8F39-39C68059C98B}" presName="vert0" presStyleCnt="0">
        <dgm:presLayoutVars>
          <dgm:dir/>
          <dgm:animOne val="branch"/>
          <dgm:animLvl val="lvl"/>
        </dgm:presLayoutVars>
      </dgm:prSet>
      <dgm:spPr/>
    </dgm:pt>
    <dgm:pt modelId="{48DADFE4-8F84-4428-B621-61E6950F6210}" type="pres">
      <dgm:prSet presAssocID="{BA63E925-BFD0-4C22-9552-9D7B91A73C9D}" presName="thickLine" presStyleLbl="alignNode1" presStyleIdx="0" presStyleCnt="2"/>
      <dgm:spPr/>
    </dgm:pt>
    <dgm:pt modelId="{C74A3241-7E8C-4EC7-959F-0ADAF35628A4}" type="pres">
      <dgm:prSet presAssocID="{BA63E925-BFD0-4C22-9552-9D7B91A73C9D}" presName="horz1" presStyleCnt="0"/>
      <dgm:spPr/>
    </dgm:pt>
    <dgm:pt modelId="{89ECBDA8-DCA7-4406-84E8-CBC668C3BF7C}" type="pres">
      <dgm:prSet presAssocID="{BA63E925-BFD0-4C22-9552-9D7B91A73C9D}" presName="tx1" presStyleLbl="revTx" presStyleIdx="0" presStyleCnt="2"/>
      <dgm:spPr/>
    </dgm:pt>
    <dgm:pt modelId="{232F3CF3-B0B3-487B-B50B-D0FA6EF10D63}" type="pres">
      <dgm:prSet presAssocID="{BA63E925-BFD0-4C22-9552-9D7B91A73C9D}" presName="vert1" presStyleCnt="0"/>
      <dgm:spPr/>
    </dgm:pt>
    <dgm:pt modelId="{61D8B857-AF1F-4053-9138-AAEED2480F75}" type="pres">
      <dgm:prSet presAssocID="{7EE4563F-C6E4-4791-B33A-067B5733A551}" presName="thickLine" presStyleLbl="alignNode1" presStyleIdx="1" presStyleCnt="2"/>
      <dgm:spPr/>
    </dgm:pt>
    <dgm:pt modelId="{930EE0C6-5FB2-434F-A177-397A129A8B2D}" type="pres">
      <dgm:prSet presAssocID="{7EE4563F-C6E4-4791-B33A-067B5733A551}" presName="horz1" presStyleCnt="0"/>
      <dgm:spPr/>
    </dgm:pt>
    <dgm:pt modelId="{AAE1A637-984E-43CF-B9AB-E1DB2B20381A}" type="pres">
      <dgm:prSet presAssocID="{7EE4563F-C6E4-4791-B33A-067B5733A551}" presName="tx1" presStyleLbl="revTx" presStyleIdx="1" presStyleCnt="2"/>
      <dgm:spPr/>
    </dgm:pt>
    <dgm:pt modelId="{73D564FB-0B52-4915-BE82-E6C69BAEF4E8}" type="pres">
      <dgm:prSet presAssocID="{7EE4563F-C6E4-4791-B33A-067B5733A551}" presName="vert1" presStyleCnt="0"/>
      <dgm:spPr/>
    </dgm:pt>
  </dgm:ptLst>
  <dgm:cxnLst>
    <dgm:cxn modelId="{FFAC6105-4E06-4B36-96EC-7F1D51EEE229}" type="presOf" srcId="{BA63E925-BFD0-4C22-9552-9D7B91A73C9D}" destId="{89ECBDA8-DCA7-4406-84E8-CBC668C3BF7C}" srcOrd="0" destOrd="0" presId="urn:microsoft.com/office/officeart/2008/layout/LinedList"/>
    <dgm:cxn modelId="{DE22F833-0E92-4296-82C6-815D46A6CCF5}" type="presOf" srcId="{7FA0B26A-B7ED-4886-8F39-39C68059C98B}" destId="{D8D877EC-F4EF-4421-B9D4-23912F3FA412}" srcOrd="0" destOrd="0" presId="urn:microsoft.com/office/officeart/2008/layout/LinedList"/>
    <dgm:cxn modelId="{342D278C-D25F-4680-A7FB-1299F7F11868}" srcId="{7FA0B26A-B7ED-4886-8F39-39C68059C98B}" destId="{7EE4563F-C6E4-4791-B33A-067B5733A551}" srcOrd="1" destOrd="0" parTransId="{404D8682-EE11-4A8C-A23A-507CF655945F}" sibTransId="{B7CF4C65-4044-4FDB-982B-F950AF087B7F}"/>
    <dgm:cxn modelId="{DF091691-6BE2-4645-B657-B0B631AFC70E}" type="presOf" srcId="{7EE4563F-C6E4-4791-B33A-067B5733A551}" destId="{AAE1A637-984E-43CF-B9AB-E1DB2B20381A}" srcOrd="0" destOrd="0" presId="urn:microsoft.com/office/officeart/2008/layout/LinedList"/>
    <dgm:cxn modelId="{04F93FB0-D1CA-4CAF-87FE-C80B1B35F312}" srcId="{7FA0B26A-B7ED-4886-8F39-39C68059C98B}" destId="{BA63E925-BFD0-4C22-9552-9D7B91A73C9D}" srcOrd="0" destOrd="0" parTransId="{CC53FEE4-40DA-4CAB-8C9F-9D374A5B83FA}" sibTransId="{8156F55E-8A64-4BEE-9F0D-1D2CC44A71FB}"/>
    <dgm:cxn modelId="{AA79360E-026D-48EB-B5BC-93B8C9962D0A}" type="presParOf" srcId="{D8D877EC-F4EF-4421-B9D4-23912F3FA412}" destId="{48DADFE4-8F84-4428-B621-61E6950F6210}" srcOrd="0" destOrd="0" presId="urn:microsoft.com/office/officeart/2008/layout/LinedList"/>
    <dgm:cxn modelId="{FE25F13C-CD9E-41B3-A853-687F2FBA1EA4}" type="presParOf" srcId="{D8D877EC-F4EF-4421-B9D4-23912F3FA412}" destId="{C74A3241-7E8C-4EC7-959F-0ADAF35628A4}" srcOrd="1" destOrd="0" presId="urn:microsoft.com/office/officeart/2008/layout/LinedList"/>
    <dgm:cxn modelId="{0C67B1A0-9A77-4936-B002-1D5E30987689}" type="presParOf" srcId="{C74A3241-7E8C-4EC7-959F-0ADAF35628A4}" destId="{89ECBDA8-DCA7-4406-84E8-CBC668C3BF7C}" srcOrd="0" destOrd="0" presId="urn:microsoft.com/office/officeart/2008/layout/LinedList"/>
    <dgm:cxn modelId="{AE75E845-4CB7-457C-8D35-0D26B80AB6B6}" type="presParOf" srcId="{C74A3241-7E8C-4EC7-959F-0ADAF35628A4}" destId="{232F3CF3-B0B3-487B-B50B-D0FA6EF10D63}" srcOrd="1" destOrd="0" presId="urn:microsoft.com/office/officeart/2008/layout/LinedList"/>
    <dgm:cxn modelId="{FFA3DE80-FE44-4031-850E-2AD8CD10D55E}" type="presParOf" srcId="{D8D877EC-F4EF-4421-B9D4-23912F3FA412}" destId="{61D8B857-AF1F-4053-9138-AAEED2480F75}" srcOrd="2" destOrd="0" presId="urn:microsoft.com/office/officeart/2008/layout/LinedList"/>
    <dgm:cxn modelId="{35C40066-1740-4E85-AB1D-CDB953A7212B}" type="presParOf" srcId="{D8D877EC-F4EF-4421-B9D4-23912F3FA412}" destId="{930EE0C6-5FB2-434F-A177-397A129A8B2D}" srcOrd="3" destOrd="0" presId="urn:microsoft.com/office/officeart/2008/layout/LinedList"/>
    <dgm:cxn modelId="{2D148460-910C-4077-B360-3E3E2DBAE4CD}" type="presParOf" srcId="{930EE0C6-5FB2-434F-A177-397A129A8B2D}" destId="{AAE1A637-984E-43CF-B9AB-E1DB2B20381A}" srcOrd="0" destOrd="0" presId="urn:microsoft.com/office/officeart/2008/layout/LinedList"/>
    <dgm:cxn modelId="{1EE2C211-AD37-42CA-9577-B32D8F62B102}" type="presParOf" srcId="{930EE0C6-5FB2-434F-A177-397A129A8B2D}" destId="{73D564FB-0B52-4915-BE82-E6C69BAEF4E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A48DA9-4E25-43EB-A5F3-A6CE6FCF119B}">
      <dsp:nvSpPr>
        <dsp:cNvPr id="0" name=""/>
        <dsp:cNvSpPr/>
      </dsp:nvSpPr>
      <dsp:spPr>
        <a:xfrm>
          <a:off x="0" y="1901"/>
          <a:ext cx="4726201" cy="8103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1FD720-2A2F-4115-9C77-0CBD3E6D4929}">
      <dsp:nvSpPr>
        <dsp:cNvPr id="0" name=""/>
        <dsp:cNvSpPr/>
      </dsp:nvSpPr>
      <dsp:spPr>
        <a:xfrm>
          <a:off x="245129" y="184229"/>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26DEA2-CFDD-4FC9-A17B-FB82F06E9A48}">
      <dsp:nvSpPr>
        <dsp:cNvPr id="0" name=""/>
        <dsp:cNvSpPr/>
      </dsp:nvSpPr>
      <dsp:spPr>
        <a:xfrm>
          <a:off x="935949" y="1901"/>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666750">
            <a:lnSpc>
              <a:spcPct val="90000"/>
            </a:lnSpc>
            <a:spcBef>
              <a:spcPct val="0"/>
            </a:spcBef>
            <a:spcAft>
              <a:spcPct val="35000"/>
            </a:spcAft>
            <a:buNone/>
          </a:pPr>
          <a:r>
            <a:rPr lang="en-US" sz="1500" kern="1200"/>
            <a:t>The Problem: The 'Aux Cord Monopoly'</a:t>
          </a:r>
        </a:p>
      </dsp:txBody>
      <dsp:txXfrm>
        <a:off x="935949" y="1901"/>
        <a:ext cx="3790251" cy="810345"/>
      </dsp:txXfrm>
    </dsp:sp>
    <dsp:sp modelId="{347963F9-AB7C-49E3-B771-882FFFB94D73}">
      <dsp:nvSpPr>
        <dsp:cNvPr id="0" name=""/>
        <dsp:cNvSpPr/>
      </dsp:nvSpPr>
      <dsp:spPr>
        <a:xfrm>
          <a:off x="0" y="1014833"/>
          <a:ext cx="4726201" cy="81034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9B2DEB-4084-4A88-A992-2FBFC1DEA15E}">
      <dsp:nvSpPr>
        <dsp:cNvPr id="0" name=""/>
        <dsp:cNvSpPr/>
      </dsp:nvSpPr>
      <dsp:spPr>
        <a:xfrm>
          <a:off x="245129" y="1197161"/>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A6887AA-0DE0-499F-AB5B-7D279BFB2235}">
      <dsp:nvSpPr>
        <dsp:cNvPr id="0" name=""/>
        <dsp:cNvSpPr/>
      </dsp:nvSpPr>
      <dsp:spPr>
        <a:xfrm>
          <a:off x="935949" y="1014833"/>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666750">
            <a:lnSpc>
              <a:spcPct val="90000"/>
            </a:lnSpc>
            <a:spcBef>
              <a:spcPct val="0"/>
            </a:spcBef>
            <a:spcAft>
              <a:spcPct val="35000"/>
            </a:spcAft>
            <a:buNone/>
          </a:pPr>
          <a:r>
            <a:rPr lang="en-US" sz="1500" kern="1200"/>
            <a:t>- One person controls the music, leaving others out.</a:t>
          </a:r>
        </a:p>
      </dsp:txBody>
      <dsp:txXfrm>
        <a:off x="935949" y="1014833"/>
        <a:ext cx="3790251" cy="810345"/>
      </dsp:txXfrm>
    </dsp:sp>
    <dsp:sp modelId="{2C4405B7-603E-44DE-A0EC-7AEBB294C0CD}">
      <dsp:nvSpPr>
        <dsp:cNvPr id="0" name=""/>
        <dsp:cNvSpPr/>
      </dsp:nvSpPr>
      <dsp:spPr>
        <a:xfrm>
          <a:off x="0" y="2027765"/>
          <a:ext cx="4726201" cy="81034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3693F5-6CB0-4968-8222-8EF88056A85A}">
      <dsp:nvSpPr>
        <dsp:cNvPr id="0" name=""/>
        <dsp:cNvSpPr/>
      </dsp:nvSpPr>
      <dsp:spPr>
        <a:xfrm>
          <a:off x="245129" y="2210093"/>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1C03C5-ABB2-4E6A-95C9-C9243C0A412E}">
      <dsp:nvSpPr>
        <dsp:cNvPr id="0" name=""/>
        <dsp:cNvSpPr/>
      </dsp:nvSpPr>
      <dsp:spPr>
        <a:xfrm>
          <a:off x="935949" y="2027765"/>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666750">
            <a:lnSpc>
              <a:spcPct val="90000"/>
            </a:lnSpc>
            <a:spcBef>
              <a:spcPct val="0"/>
            </a:spcBef>
            <a:spcAft>
              <a:spcPct val="35000"/>
            </a:spcAft>
            <a:buNone/>
          </a:pPr>
          <a:r>
            <a:rPr lang="en-US" sz="1500" kern="1200"/>
            <a:t>- Lack of democratic queue management in standard apps.</a:t>
          </a:r>
        </a:p>
      </dsp:txBody>
      <dsp:txXfrm>
        <a:off x="935949" y="2027765"/>
        <a:ext cx="3790251" cy="810345"/>
      </dsp:txXfrm>
    </dsp:sp>
    <dsp:sp modelId="{25DA86F2-43D3-44AD-BF67-801E15B889B9}">
      <dsp:nvSpPr>
        <dsp:cNvPr id="0" name=""/>
        <dsp:cNvSpPr/>
      </dsp:nvSpPr>
      <dsp:spPr>
        <a:xfrm>
          <a:off x="0" y="3040697"/>
          <a:ext cx="4726201" cy="81034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3DE80D-6EE8-44AD-BC38-7732A31FA4A9}">
      <dsp:nvSpPr>
        <dsp:cNvPr id="0" name=""/>
        <dsp:cNvSpPr/>
      </dsp:nvSpPr>
      <dsp:spPr>
        <a:xfrm>
          <a:off x="245129" y="3223025"/>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062513-90B6-47AA-AFF4-8818150675F1}">
      <dsp:nvSpPr>
        <dsp:cNvPr id="0" name=""/>
        <dsp:cNvSpPr/>
      </dsp:nvSpPr>
      <dsp:spPr>
        <a:xfrm>
          <a:off x="935949" y="3040697"/>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666750">
            <a:lnSpc>
              <a:spcPct val="90000"/>
            </a:lnSpc>
            <a:spcBef>
              <a:spcPct val="0"/>
            </a:spcBef>
            <a:spcAft>
              <a:spcPct val="35000"/>
            </a:spcAft>
            <a:buNone/>
          </a:pPr>
          <a:r>
            <a:rPr lang="en-US" sz="1500" kern="1200"/>
            <a:t>Core Objectives:</a:t>
          </a:r>
        </a:p>
      </dsp:txBody>
      <dsp:txXfrm>
        <a:off x="935949" y="3040697"/>
        <a:ext cx="3790251" cy="810345"/>
      </dsp:txXfrm>
    </dsp:sp>
    <dsp:sp modelId="{94AC4191-C969-4537-A33E-1AF1B59C58DA}">
      <dsp:nvSpPr>
        <dsp:cNvPr id="0" name=""/>
        <dsp:cNvSpPr/>
      </dsp:nvSpPr>
      <dsp:spPr>
        <a:xfrm>
          <a:off x="0" y="4053629"/>
          <a:ext cx="4726201" cy="81034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7C7948-FB0C-46BC-81C5-FC9D880BDAD3}">
      <dsp:nvSpPr>
        <dsp:cNvPr id="0" name=""/>
        <dsp:cNvSpPr/>
      </dsp:nvSpPr>
      <dsp:spPr>
        <a:xfrm>
          <a:off x="245129" y="4235957"/>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A738E2D-810E-4801-B1FD-8EB91CE97332}">
      <dsp:nvSpPr>
        <dsp:cNvPr id="0" name=""/>
        <dsp:cNvSpPr/>
      </dsp:nvSpPr>
      <dsp:spPr>
        <a:xfrm>
          <a:off x="935949" y="4053629"/>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666750">
            <a:lnSpc>
              <a:spcPct val="90000"/>
            </a:lnSpc>
            <a:spcBef>
              <a:spcPct val="0"/>
            </a:spcBef>
            <a:spcAft>
              <a:spcPct val="35000"/>
            </a:spcAft>
            <a:buNone/>
          </a:pPr>
          <a:r>
            <a:rPr lang="en-US" sz="1500" kern="1200"/>
            <a:t>- Inputs: User votes, search queries (iTunes API), chat messages.</a:t>
          </a:r>
        </a:p>
      </dsp:txBody>
      <dsp:txXfrm>
        <a:off x="935949" y="4053629"/>
        <a:ext cx="3790251" cy="810345"/>
      </dsp:txXfrm>
    </dsp:sp>
    <dsp:sp modelId="{16CEF661-76BA-4ED3-A189-CB7B08485CE0}">
      <dsp:nvSpPr>
        <dsp:cNvPr id="0" name=""/>
        <dsp:cNvSpPr/>
      </dsp:nvSpPr>
      <dsp:spPr>
        <a:xfrm>
          <a:off x="0" y="5066561"/>
          <a:ext cx="4726201" cy="8103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7800DE-B66B-4A45-8539-8A060F594936}">
      <dsp:nvSpPr>
        <dsp:cNvPr id="0" name=""/>
        <dsp:cNvSpPr/>
      </dsp:nvSpPr>
      <dsp:spPr>
        <a:xfrm>
          <a:off x="245129" y="5248889"/>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4E845A8-E020-4126-B80A-C5878C1A2818}">
      <dsp:nvSpPr>
        <dsp:cNvPr id="0" name=""/>
        <dsp:cNvSpPr/>
      </dsp:nvSpPr>
      <dsp:spPr>
        <a:xfrm>
          <a:off x="935949" y="5066561"/>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666750">
            <a:lnSpc>
              <a:spcPct val="90000"/>
            </a:lnSpc>
            <a:spcBef>
              <a:spcPct val="0"/>
            </a:spcBef>
            <a:spcAft>
              <a:spcPct val="35000"/>
            </a:spcAft>
            <a:buNone/>
          </a:pPr>
          <a:r>
            <a:rPr lang="en-US" sz="1500" kern="1200"/>
            <a:t>- Outputs: Live synchronized queue, 30s audio previews, dynamic recommendations.</a:t>
          </a:r>
        </a:p>
      </dsp:txBody>
      <dsp:txXfrm>
        <a:off x="935949" y="5066561"/>
        <a:ext cx="3790251" cy="8103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9394D7-E212-48E8-A5F2-CA362DE6C05C}">
      <dsp:nvSpPr>
        <dsp:cNvPr id="0" name=""/>
        <dsp:cNvSpPr/>
      </dsp:nvSpPr>
      <dsp:spPr>
        <a:xfrm>
          <a:off x="0" y="247851"/>
          <a:ext cx="4204051" cy="95340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Tech Stack: Flutter &amp; Firebase</a:t>
          </a:r>
        </a:p>
      </dsp:txBody>
      <dsp:txXfrm>
        <a:off x="46541" y="294392"/>
        <a:ext cx="4110969" cy="860321"/>
      </dsp:txXfrm>
    </dsp:sp>
    <dsp:sp modelId="{6E015CB4-70A9-4BE6-B12D-4F8007289B25}">
      <dsp:nvSpPr>
        <dsp:cNvPr id="0" name=""/>
        <dsp:cNvSpPr/>
      </dsp:nvSpPr>
      <dsp:spPr>
        <a:xfrm>
          <a:off x="0" y="1270374"/>
          <a:ext cx="4204051" cy="953403"/>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Data Model: Firestore for real-time Rooms, Queues, and Chat.</a:t>
          </a:r>
        </a:p>
      </dsp:txBody>
      <dsp:txXfrm>
        <a:off x="46541" y="1316915"/>
        <a:ext cx="4110969" cy="860321"/>
      </dsp:txXfrm>
    </dsp:sp>
    <dsp:sp modelId="{B55BA0AE-DE9D-4B14-B012-B9487C42F05A}">
      <dsp:nvSpPr>
        <dsp:cNvPr id="0" name=""/>
        <dsp:cNvSpPr/>
      </dsp:nvSpPr>
      <dsp:spPr>
        <a:xfrm>
          <a:off x="0" y="2292898"/>
          <a:ext cx="4204051" cy="953403"/>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Architecture: StreamBuilders for reactive UI updates.</a:t>
          </a:r>
        </a:p>
      </dsp:txBody>
      <dsp:txXfrm>
        <a:off x="46541" y="2339439"/>
        <a:ext cx="4110969" cy="860321"/>
      </dsp:txXfrm>
    </dsp:sp>
    <dsp:sp modelId="{A5D0A9A4-4F0F-421F-8577-785389C7D261}">
      <dsp:nvSpPr>
        <dsp:cNvPr id="0" name=""/>
        <dsp:cNvSpPr/>
      </dsp:nvSpPr>
      <dsp:spPr>
        <a:xfrm>
          <a:off x="0" y="3315422"/>
          <a:ext cx="4204051" cy="953403"/>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UI Flow: Home -&gt; Open Rooms -&gt; Room Queue/Chat.</a:t>
          </a:r>
        </a:p>
      </dsp:txBody>
      <dsp:txXfrm>
        <a:off x="46541" y="3361963"/>
        <a:ext cx="4110969" cy="860321"/>
      </dsp:txXfrm>
    </dsp:sp>
    <dsp:sp modelId="{14EA39EF-BBBE-4145-A238-CC66620520C4}">
      <dsp:nvSpPr>
        <dsp:cNvPr id="0" name=""/>
        <dsp:cNvSpPr/>
      </dsp:nvSpPr>
      <dsp:spPr>
        <a:xfrm>
          <a:off x="0" y="4337946"/>
          <a:ext cx="4204051" cy="953403"/>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Aesthetics: Custom Neon Cyberpunk Dark Theme.</a:t>
          </a:r>
        </a:p>
      </dsp:txBody>
      <dsp:txXfrm>
        <a:off x="46541" y="4384487"/>
        <a:ext cx="4110969" cy="8603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4B36D-DC42-40C3-8193-F6CA5BC7FB3F}">
      <dsp:nvSpPr>
        <dsp:cNvPr id="0" name=""/>
        <dsp:cNvSpPr/>
      </dsp:nvSpPr>
      <dsp:spPr>
        <a:xfrm>
          <a:off x="0" y="773215"/>
          <a:ext cx="4204051" cy="75477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End-to-End User Journey Testing</a:t>
          </a:r>
        </a:p>
      </dsp:txBody>
      <dsp:txXfrm>
        <a:off x="36845" y="810060"/>
        <a:ext cx="4130361" cy="681087"/>
      </dsp:txXfrm>
    </dsp:sp>
    <dsp:sp modelId="{352D6CC1-0D2B-4675-9A31-B7C9038687E4}">
      <dsp:nvSpPr>
        <dsp:cNvPr id="0" name=""/>
        <dsp:cNvSpPr/>
      </dsp:nvSpPr>
      <dsp:spPr>
        <a:xfrm>
          <a:off x="0" y="1582713"/>
          <a:ext cx="4204051" cy="754777"/>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Tested room creation and joining via 6-character codes.</a:t>
          </a:r>
        </a:p>
      </dsp:txBody>
      <dsp:txXfrm>
        <a:off x="36845" y="1619558"/>
        <a:ext cx="4130361" cy="681087"/>
      </dsp:txXfrm>
    </dsp:sp>
    <dsp:sp modelId="{9077772B-9D93-4E56-BB6D-281889C2CA32}">
      <dsp:nvSpPr>
        <dsp:cNvPr id="0" name=""/>
        <dsp:cNvSpPr/>
      </dsp:nvSpPr>
      <dsp:spPr>
        <a:xfrm>
          <a:off x="0" y="2392211"/>
          <a:ext cx="4204051" cy="754777"/>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Concurrency Testing: Verified Firestore voting transactions.</a:t>
          </a:r>
        </a:p>
      </dsp:txBody>
      <dsp:txXfrm>
        <a:off x="36845" y="2429056"/>
        <a:ext cx="4130361" cy="681087"/>
      </dsp:txXfrm>
    </dsp:sp>
    <dsp:sp modelId="{17B20E78-10EF-4B9B-A44C-752330BFF7B9}">
      <dsp:nvSpPr>
        <dsp:cNvPr id="0" name=""/>
        <dsp:cNvSpPr/>
      </dsp:nvSpPr>
      <dsp:spPr>
        <a:xfrm>
          <a:off x="0" y="3201709"/>
          <a:ext cx="4204051" cy="754777"/>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Playback Sync: Ensured listeners sync within 3 seconds of the host.</a:t>
          </a:r>
        </a:p>
      </dsp:txBody>
      <dsp:txXfrm>
        <a:off x="36845" y="3238554"/>
        <a:ext cx="4130361" cy="681087"/>
      </dsp:txXfrm>
    </dsp:sp>
    <dsp:sp modelId="{346DACF6-8D7F-4ADF-9223-23994C1EEDEA}">
      <dsp:nvSpPr>
        <dsp:cNvPr id="0" name=""/>
        <dsp:cNvSpPr/>
      </dsp:nvSpPr>
      <dsp:spPr>
        <a:xfrm>
          <a:off x="0" y="4011207"/>
          <a:ext cx="4204051" cy="75477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Bug Fixed: Bypassed Firebase Storage limits using Base64 string compression.</a:t>
          </a:r>
        </a:p>
      </dsp:txBody>
      <dsp:txXfrm>
        <a:off x="36845" y="4048052"/>
        <a:ext cx="4130361" cy="6810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110EE3-053C-4738-8BC5-8AA87B9B14F7}">
      <dsp:nvSpPr>
        <dsp:cNvPr id="0" name=""/>
        <dsp:cNvSpPr/>
      </dsp:nvSpPr>
      <dsp:spPr>
        <a:xfrm>
          <a:off x="0" y="40980"/>
          <a:ext cx="4204051" cy="268397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Prosper Olusegun-Joseph – UI/UX, </a:t>
          </a:r>
          <a:r>
            <a:rPr lang="en-US" sz="3100" kern="1200" dirty="0" err="1"/>
            <a:t>Itunes</a:t>
          </a:r>
          <a:r>
            <a:rPr lang="en-US" sz="3100" kern="1200" dirty="0"/>
            <a:t> API integration, Rooms, FCM, Voting System, Testing</a:t>
          </a:r>
        </a:p>
      </dsp:txBody>
      <dsp:txXfrm>
        <a:off x="131021" y="172001"/>
        <a:ext cx="3942009" cy="2421937"/>
      </dsp:txXfrm>
    </dsp:sp>
    <dsp:sp modelId="{7020BEC4-EB07-41BC-B654-144B4EC2FE99}">
      <dsp:nvSpPr>
        <dsp:cNvPr id="0" name=""/>
        <dsp:cNvSpPr/>
      </dsp:nvSpPr>
      <dsp:spPr>
        <a:xfrm>
          <a:off x="0" y="2814240"/>
          <a:ext cx="4204051" cy="268397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 Jabril Jeylani – UI, Firebase Integration, Voting System, Collaborative Playlist Feature</a:t>
          </a:r>
        </a:p>
      </dsp:txBody>
      <dsp:txXfrm>
        <a:off x="131021" y="2945261"/>
        <a:ext cx="3942009" cy="24219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753D52-0423-49E8-93EA-0713499B0CB8}">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0A0BCF-4A57-41E6-B2E7-AC876F5CEC85}">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i="1" kern="1200" dirty="0"/>
            <a:t>Describe the exact order you implemented your three most complex mobile features and why that order reduced risk.</a:t>
          </a:r>
          <a:endParaRPr lang="en-US" sz="2100" kern="1200" dirty="0"/>
        </a:p>
      </dsp:txBody>
      <dsp:txXfrm>
        <a:off x="0" y="0"/>
        <a:ext cx="4726201" cy="2939404"/>
      </dsp:txXfrm>
    </dsp:sp>
    <dsp:sp modelId="{0469D589-2EB9-4575-A263-76924CDCC097}">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022789-4AB5-45D2-9695-859BF2CECE54}">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 implemented authentication first, then Firestore playlists/voting, then recommendations/notifications. This order reduced risk because users needed to log in before saving data, Firestore needed to work before recommendations could use that data, and notifications were added last because they depend on app events already being created.</a:t>
          </a:r>
        </a:p>
      </dsp:txBody>
      <dsp:txXfrm>
        <a:off x="0" y="2939404"/>
        <a:ext cx="4726201" cy="29394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5E5DF-C609-4E27-B209-39F7069948F2}">
      <dsp:nvSpPr>
        <dsp:cNvPr id="0" name=""/>
        <dsp:cNvSpPr/>
      </dsp:nvSpPr>
      <dsp:spPr>
        <a:xfrm>
          <a:off x="0" y="0"/>
          <a:ext cx="472620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ED72DC-53FA-44FA-86A8-866B505822DB}">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i="1" kern="1200"/>
            <a:t>Explain one real synchronization bug you encountered between app state and backend/local data.</a:t>
          </a:r>
          <a:endParaRPr lang="en-US" sz="2400" kern="1200"/>
        </a:p>
      </dsp:txBody>
      <dsp:txXfrm>
        <a:off x="0" y="0"/>
        <a:ext cx="4726201" cy="2939404"/>
      </dsp:txXfrm>
    </dsp:sp>
    <dsp:sp modelId="{AE9754F1-1A2C-42E4-BA5B-B91BC76BE8D5}">
      <dsp:nvSpPr>
        <dsp:cNvPr id="0" name=""/>
        <dsp:cNvSpPr/>
      </dsp:nvSpPr>
      <dsp:spPr>
        <a:xfrm>
          <a:off x="0" y="2939404"/>
          <a:ext cx="4726201" cy="0"/>
        </a:xfrm>
        <a:prstGeom prst="line">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B59EF4-47B0-4CF5-BB37-F45EC30727D1}">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One synchronization bug was when the app showed old playlist data after a song was added. Firestore had the new song, but the UI did not update until I refreshed. I fixed it by using StreamBuilder instead of only loading the data once.</a:t>
          </a:r>
        </a:p>
      </dsp:txBody>
      <dsp:txXfrm>
        <a:off x="0" y="2939404"/>
        <a:ext cx="4726201" cy="29394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17E23D-BAC5-4918-9F5A-6201C4846D7B}">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D019E4-D037-40F0-9B95-133317E35E85}">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i="1" kern="1200"/>
            <a:t>Which feature was reworked after user-flow testing, and what changed in code and UI behavior?</a:t>
          </a:r>
          <a:endParaRPr lang="en-US" sz="2400" kern="1200"/>
        </a:p>
      </dsp:txBody>
      <dsp:txXfrm>
        <a:off x="0" y="0"/>
        <a:ext cx="4726201" cy="2939404"/>
      </dsp:txXfrm>
    </dsp:sp>
    <dsp:sp modelId="{A7505CB3-77A9-4F22-952A-D1BD52F7217E}">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482C62-810C-452C-80A2-A1F2767CBC22}">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The playlist flow was reworked after testing. At first, users had to go through too many steps to create and open a playlist. I changed the UI so the playlist list has a simple add button, and after creating a playlist, the app returns back to the playlist screen.</a:t>
          </a:r>
        </a:p>
      </dsp:txBody>
      <dsp:txXfrm>
        <a:off x="0" y="2939404"/>
        <a:ext cx="4726201" cy="29394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BBCF14-516C-4AA5-A035-A6FA54A327B2}">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85C3E3-19D8-4251-8625-6188581D99B1}">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i="1" kern="1200"/>
            <a:t>How does your current navigation structure support maintainability and future feature additions?</a:t>
          </a:r>
          <a:endParaRPr lang="en-US" sz="2400" kern="1200"/>
        </a:p>
      </dsp:txBody>
      <dsp:txXfrm>
        <a:off x="0" y="0"/>
        <a:ext cx="4726201" cy="2939404"/>
      </dsp:txXfrm>
    </dsp:sp>
    <dsp:sp modelId="{51BEC0FD-DDF3-40D6-8AE5-E5EF8A76EB72}">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F47FAF-1CD7-4BA0-A124-E8E44BAE0062}">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The navigation is separated by feature folders like auth, home, playlists, chat, and recommendations. This makes the app easier to maintain because each feature has its own screen files, and new features can be added without changing the whole project.</a:t>
          </a:r>
        </a:p>
      </dsp:txBody>
      <dsp:txXfrm>
        <a:off x="0" y="2939404"/>
        <a:ext cx="4726201" cy="29394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3A1098-4B22-444D-831D-CC5E0726B41C}">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A89A9E-4EAE-43FD-9477-23DB875D96C1}">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i="1" kern="1200"/>
            <a:t>Which app interaction had noticeable lag, and how did you profile it?</a:t>
          </a:r>
          <a:endParaRPr lang="en-US" sz="2200" kern="1200"/>
        </a:p>
      </dsp:txBody>
      <dsp:txXfrm>
        <a:off x="0" y="0"/>
        <a:ext cx="4726201" cy="2939404"/>
      </dsp:txXfrm>
    </dsp:sp>
    <dsp:sp modelId="{C9E1D250-31C8-46DD-9811-7D9F69D8FA87}">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C560E4-D932-46C7-8D13-BB2744F37FC1}">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 recommendation screen had noticeable lag because it had to read listening history and songs from Firestore. I profiled it by using console prints and watching how long the screen stayed on the loading indicator. The fix was to keep the recommendation logic simple and only load when the screen opens.</a:t>
          </a:r>
        </a:p>
      </dsp:txBody>
      <dsp:txXfrm>
        <a:off x="0" y="2939404"/>
        <a:ext cx="4726201" cy="293940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DC0615-391E-47D5-9F69-42648ED6B7CB}">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789D08-2F9C-4EB0-A770-665BB2642D8F}">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i="1" kern="1200"/>
            <a:t>If you restarted this app tomorrow, what would you architect differently first?</a:t>
          </a:r>
          <a:endParaRPr lang="en-US" sz="2600" kern="1200"/>
        </a:p>
      </dsp:txBody>
      <dsp:txXfrm>
        <a:off x="0" y="0"/>
        <a:ext cx="4726201" cy="2939404"/>
      </dsp:txXfrm>
    </dsp:sp>
    <dsp:sp modelId="{E2AA2FF1-B6D2-48F9-9834-F27370E53C94}">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D33D67-8341-4D70-AD13-0B572144CC47}">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If I restarted the app, I would architect the services and models first. I would create cleaner model classes for users, songs, playlists, and recommendations before building the UI so the app would be easier to expand.</a:t>
          </a:r>
        </a:p>
      </dsp:txBody>
      <dsp:txXfrm>
        <a:off x="0" y="2939404"/>
        <a:ext cx="4726201" cy="29394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8004C-E410-43F5-B0B4-A1CECC2DC964}">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D1534D-2D49-4D11-BB17-4064B7E7E0C1}">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i="1" kern="1200"/>
            <a:t>What decision from early planning created technical debt later, and how did your team resolve it?</a:t>
          </a:r>
          <a:endParaRPr lang="en-US" sz="2300" kern="1200"/>
        </a:p>
      </dsp:txBody>
      <dsp:txXfrm>
        <a:off x="0" y="0"/>
        <a:ext cx="4726201" cy="2939404"/>
      </dsp:txXfrm>
    </dsp:sp>
    <dsp:sp modelId="{E1F1DB56-A06D-467F-BABF-F186CCD13970}">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6101DD-5595-4DF3-AC59-A25BE6CA5346}">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An early decision that created technical debt was starting with simple manual song entry instead of planning the Spotify API structure earlier. The team resolved it by separating music logic into service files so Spotify integration can be added later without rewriting the UI.</a:t>
          </a:r>
        </a:p>
      </dsp:txBody>
      <dsp:txXfrm>
        <a:off x="0" y="2939404"/>
        <a:ext cx="4726201" cy="293940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DC221E-6855-436E-BA64-E42A19B6EDE4}">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5C4A15-6AD2-4E5C-B00B-D8F8B2F42165}">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i="1" kern="1200"/>
            <a:t>How does your app handle notification delivery differently for foreground vs. background vs. terminated app states?</a:t>
          </a:r>
          <a:endParaRPr lang="en-US" sz="2200" kern="1200"/>
        </a:p>
      </dsp:txBody>
      <dsp:txXfrm>
        <a:off x="0" y="0"/>
        <a:ext cx="4726201" cy="2939404"/>
      </dsp:txXfrm>
    </dsp:sp>
    <dsp:sp modelId="{55D9D9DF-020F-4EC5-87FF-F34D5A142622}">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3ABED2-F933-4B88-AFA4-D8DC216D171A}">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In the foreground state, the app listens for notifications and prints or handles them while the app is open. In the background state, notifications can appear through the system tray. In the terminated state, the user can tap the notification to reopen the app, but deeper routing would need more setup.</a:t>
          </a:r>
        </a:p>
      </dsp:txBody>
      <dsp:txXfrm>
        <a:off x="0" y="2939404"/>
        <a:ext cx="4726201" cy="293940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FA846-2BBE-4BE9-8A7C-4A7A6B684526}">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BD07D6-633E-4544-978C-97DDB6D8BCE4}">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i="1" kern="1200"/>
            <a:t>What code-level optimization gave the biggest user-visible improvement?</a:t>
          </a:r>
          <a:endParaRPr lang="en-US" sz="2600" kern="1200"/>
        </a:p>
      </dsp:txBody>
      <dsp:txXfrm>
        <a:off x="0" y="0"/>
        <a:ext cx="4726201" cy="2939404"/>
      </dsp:txXfrm>
    </dsp:sp>
    <dsp:sp modelId="{94F07EC3-03FE-4D92-AFDD-6B93EC6EAA7C}">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225657-28B5-41EF-89DB-22150BED60BE}">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The biggest user-visible improvement was switching playlist and chat screens to real-time Firestore streams. This made new songs, votes, and messages appear automatically without needing manual refresh.</a:t>
          </a:r>
        </a:p>
      </dsp:txBody>
      <dsp:txXfrm>
        <a:off x="0" y="2939404"/>
        <a:ext cx="4726201" cy="293940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1E9E5-AABE-44B5-A88D-D74F5C73D64F}">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AEB4B2-40D4-4045-A0B7-8B710F056E5A}">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i="1" kern="1200"/>
            <a:t>If AI-assisted features are included, explain how outputs are validated before users rely on them.</a:t>
          </a:r>
          <a:endParaRPr lang="en-US" sz="2100" kern="1200"/>
        </a:p>
      </dsp:txBody>
      <dsp:txXfrm>
        <a:off x="0" y="0"/>
        <a:ext cx="4726201" cy="2939404"/>
      </dsp:txXfrm>
    </dsp:sp>
    <dsp:sp modelId="{90CA7CE1-B788-458B-8794-B69332CC1A31}">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6969AD-AAEF-4D6A-AD45-64FB68DCC5EA}">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If AI-assisted features are included, the output should be validated before users rely on it. For example, recommendation scores should be based on clear data like votes, listening history, and mood tags instead of random suggestions. The app should show the scoring reason so users understand why a song was recommended.</a:t>
          </a:r>
        </a:p>
      </dsp:txBody>
      <dsp:txXfrm>
        <a:off x="0" y="2939404"/>
        <a:ext cx="4726201" cy="293940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F0924-86F1-4F6B-BB58-2DB54853D067}">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F1F090-446B-4CF1-A633-71D6140F4CFA}">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i="1" kern="1200"/>
            <a:t>Describe the trade-off between strict Firestore rule validation and iterative development speed in your project.</a:t>
          </a:r>
          <a:endParaRPr lang="en-US" sz="2200" kern="1200"/>
        </a:p>
      </dsp:txBody>
      <dsp:txXfrm>
        <a:off x="0" y="0"/>
        <a:ext cx="4726201" cy="2939404"/>
      </dsp:txXfrm>
    </dsp:sp>
    <dsp:sp modelId="{FE050B08-BBFB-44A3-9F91-72E71B0360B7}">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3E674F-FFA5-46D2-BC1E-21B073654FF8}">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Strict Firestore rules improve security, but they can slow down development because every data write has to match the rule structure exactly. During early development, test rules helped us move faster. Later, stricter rules should be added so only logged-in users can read and write the correct data.</a:t>
          </a:r>
        </a:p>
      </dsp:txBody>
      <dsp:txXfrm>
        <a:off x="0" y="2939404"/>
        <a:ext cx="4726201" cy="293940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DADFE4-8F84-4428-B621-61E6950F6210}">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ECBDA8-DCA7-4406-84E8-CBC668C3BF7C}">
      <dsp:nvSpPr>
        <dsp:cNvPr id="0" name=""/>
        <dsp:cNvSpPr/>
      </dsp:nvSpPr>
      <dsp:spPr>
        <a:xfrm>
          <a:off x="0" y="0"/>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i="1" kern="1200"/>
            <a:t>How did you test your Security Rules – emulator simulation, live test writes, or rule playground? Show one blocked invalid request.</a:t>
          </a:r>
          <a:endParaRPr lang="en-US" sz="2400" kern="1200"/>
        </a:p>
      </dsp:txBody>
      <dsp:txXfrm>
        <a:off x="0" y="0"/>
        <a:ext cx="4726201" cy="2939404"/>
      </dsp:txXfrm>
    </dsp:sp>
    <dsp:sp modelId="{61D8B857-AF1F-4053-9138-AAEED2480F75}">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E1A637-984E-43CF-B9AB-E1DB2B20381A}">
      <dsp:nvSpPr>
        <dsp:cNvPr id="0" name=""/>
        <dsp:cNvSpPr/>
      </dsp:nvSpPr>
      <dsp:spPr>
        <a:xfrm>
          <a:off x="0" y="2939404"/>
          <a:ext cx="4726201" cy="2939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I tested Security Rules using live test writes in the app and Firebase console. One blocked invalid request would be trying to write data while logged out. Since the rule requires request.auth != null, Firestore blocks unauthenticated users from creating playlists or writing user data.</a:t>
          </a:r>
        </a:p>
      </dsp:txBody>
      <dsp:txXfrm>
        <a:off x="0" y="2939404"/>
        <a:ext cx="4726201" cy="29394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088" y="0"/>
            <a:ext cx="7177823"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2" name="Title 1"/>
          <p:cNvSpPr>
            <a:spLocks noGrp="1"/>
          </p:cNvSpPr>
          <p:nvPr>
            <p:ph type="ctrTitle"/>
          </p:nvPr>
        </p:nvSpPr>
        <p:spPr>
          <a:xfrm>
            <a:off x="1919037" y="955309"/>
            <a:ext cx="5305926" cy="2898975"/>
          </a:xfrm>
        </p:spPr>
        <p:txBody>
          <a:bodyPr>
            <a:normAutofit/>
          </a:bodyPr>
          <a:lstStyle/>
          <a:p>
            <a:r>
              <a:rPr lang="en-US" sz="5700" dirty="0" err="1">
                <a:solidFill>
                  <a:srgbClr val="FFFFFF"/>
                </a:solidFill>
              </a:rPr>
              <a:t>Vibzcheck</a:t>
            </a:r>
            <a:r>
              <a:rPr lang="en-US" sz="5700" dirty="0">
                <a:solidFill>
                  <a:srgbClr val="FFFFFF"/>
                </a:solidFill>
              </a:rPr>
              <a:t>: Collaborative Music App</a:t>
            </a:r>
          </a:p>
        </p:txBody>
      </p:sp>
      <p:sp>
        <p:nvSpPr>
          <p:cNvPr id="3" name="Subtitle 2"/>
          <p:cNvSpPr>
            <a:spLocks noGrp="1"/>
          </p:cNvSpPr>
          <p:nvPr>
            <p:ph type="subTitle" idx="1"/>
          </p:nvPr>
        </p:nvSpPr>
        <p:spPr>
          <a:xfrm>
            <a:off x="1976187" y="4533813"/>
            <a:ext cx="5197641" cy="938463"/>
          </a:xfrm>
        </p:spPr>
        <p:txBody>
          <a:bodyPr>
            <a:normAutofit fontScale="85000" lnSpcReduction="20000"/>
          </a:bodyPr>
          <a:lstStyle/>
          <a:p>
            <a:pPr>
              <a:lnSpc>
                <a:spcPct val="90000"/>
              </a:lnSpc>
            </a:pPr>
            <a:r>
              <a:rPr lang="en-US" sz="2700" dirty="0">
                <a:solidFill>
                  <a:srgbClr val="FFFFFF"/>
                </a:solidFill>
              </a:rPr>
              <a:t>Final Project Presentation</a:t>
            </a:r>
          </a:p>
          <a:p>
            <a:pPr>
              <a:lnSpc>
                <a:spcPct val="90000"/>
              </a:lnSpc>
            </a:pPr>
            <a:r>
              <a:rPr lang="en-US" sz="2700" dirty="0">
                <a:solidFill>
                  <a:srgbClr val="FFFFFF"/>
                </a:solidFill>
              </a:rPr>
              <a:t>Jabril Jeylani and Prosper Olusegun-Joseph</a:t>
            </a:r>
          </a:p>
        </p:txBody>
      </p:sp>
      <p:sp>
        <p:nvSpPr>
          <p:cNvPr id="12"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173498"/>
            <a:ext cx="3182692" cy="18288"/>
          </a:xfrm>
          <a:custGeom>
            <a:avLst/>
            <a:gdLst>
              <a:gd name="csX0" fmla="*/ 0 w 3182692"/>
              <a:gd name="csY0" fmla="*/ 0 h 18288"/>
              <a:gd name="csX1" fmla="*/ 604711 w 3182692"/>
              <a:gd name="csY1" fmla="*/ 0 h 18288"/>
              <a:gd name="csX2" fmla="*/ 1241250 w 3182692"/>
              <a:gd name="csY2" fmla="*/ 0 h 18288"/>
              <a:gd name="csX3" fmla="*/ 1909615 w 3182692"/>
              <a:gd name="csY3" fmla="*/ 0 h 18288"/>
              <a:gd name="csX4" fmla="*/ 2577981 w 3182692"/>
              <a:gd name="csY4" fmla="*/ 0 h 18288"/>
              <a:gd name="csX5" fmla="*/ 3182692 w 3182692"/>
              <a:gd name="csY5" fmla="*/ 0 h 18288"/>
              <a:gd name="csX6" fmla="*/ 3182692 w 3182692"/>
              <a:gd name="csY6" fmla="*/ 18288 h 18288"/>
              <a:gd name="csX7" fmla="*/ 2482500 w 3182692"/>
              <a:gd name="csY7" fmla="*/ 18288 h 18288"/>
              <a:gd name="csX8" fmla="*/ 1782308 w 3182692"/>
              <a:gd name="csY8" fmla="*/ 18288 h 18288"/>
              <a:gd name="csX9" fmla="*/ 1145769 w 3182692"/>
              <a:gd name="csY9" fmla="*/ 18288 h 18288"/>
              <a:gd name="csX10" fmla="*/ 0 w 3182692"/>
              <a:gd name="csY10" fmla="*/ 18288 h 18288"/>
              <a:gd name="csX11" fmla="*/ 0 w 3182692"/>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sz="4100">
                <a:solidFill>
                  <a:schemeClr val="bg1"/>
                </a:solidFill>
              </a:rPr>
              <a:t>1. Problem and Objectives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8A9FCC95-627E-6876-AB10-7332444D0DB3}"/>
              </a:ext>
            </a:extLst>
          </p:cNvPr>
          <p:cNvGraphicFramePr>
            <a:graphicFrameLocks noGrp="1"/>
          </p:cNvGraphicFramePr>
          <p:nvPr>
            <p:ph idx="1"/>
            <p:extLst>
              <p:ext uri="{D42A27DB-BD31-4B8C-83A1-F6EECF244321}">
                <p14:modId xmlns:p14="http://schemas.microsoft.com/office/powerpoint/2010/main" val="1516783237"/>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0"/>
            <a:ext cx="3490714"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2173707" cy="5576770"/>
          </a:xfrm>
        </p:spPr>
        <p:txBody>
          <a:bodyPr anchor="t">
            <a:normAutofit/>
          </a:bodyPr>
          <a:lstStyle/>
          <a:p>
            <a:pPr algn="l"/>
            <a:r>
              <a:rPr lang="en-US" sz="3100">
                <a:solidFill>
                  <a:schemeClr val="bg1"/>
                </a:solidFill>
              </a:rPr>
              <a:t>2. Design and Architecture</a:t>
            </a:r>
          </a:p>
        </p:txBody>
      </p:sp>
      <p:sp>
        <p:nvSpPr>
          <p:cNvPr id="11" name="Rectangle 10">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401" y="0"/>
            <a:ext cx="5654591"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2C3827F-92F3-511A-94D5-3B6D20510A7D}"/>
              </a:ext>
            </a:extLst>
          </p:cNvPr>
          <p:cNvGraphicFramePr>
            <a:graphicFrameLocks noGrp="1"/>
          </p:cNvGraphicFramePr>
          <p:nvPr>
            <p:ph idx="1"/>
            <p:extLst>
              <p:ext uri="{D42A27DB-BD31-4B8C-83A1-F6EECF244321}">
                <p14:modId xmlns:p14="http://schemas.microsoft.com/office/powerpoint/2010/main" val="3662063813"/>
              </p:ext>
            </p:extLst>
          </p:nvPr>
        </p:nvGraphicFramePr>
        <p:xfrm>
          <a:off x="4079965" y="637762"/>
          <a:ext cx="4204051" cy="5539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0"/>
            <a:ext cx="3490714"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2173707" cy="5576770"/>
          </a:xfrm>
        </p:spPr>
        <p:txBody>
          <a:bodyPr anchor="t">
            <a:normAutofit/>
          </a:bodyPr>
          <a:lstStyle/>
          <a:p>
            <a:pPr algn="l"/>
            <a:r>
              <a:rPr lang="en-US" sz="3700">
                <a:solidFill>
                  <a:schemeClr val="bg1"/>
                </a:solidFill>
              </a:rPr>
              <a:t>3. Testing and Validation</a:t>
            </a:r>
          </a:p>
        </p:txBody>
      </p:sp>
      <p:sp>
        <p:nvSpPr>
          <p:cNvPr id="11" name="Rectangle 10">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401" y="0"/>
            <a:ext cx="5654591"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2C7A1EA-5EFB-79A5-5B03-C0A9619DAE42}"/>
              </a:ext>
            </a:extLst>
          </p:cNvPr>
          <p:cNvGraphicFramePr>
            <a:graphicFrameLocks noGrp="1"/>
          </p:cNvGraphicFramePr>
          <p:nvPr>
            <p:ph idx="1"/>
            <p:extLst>
              <p:ext uri="{D42A27DB-BD31-4B8C-83A1-F6EECF244321}">
                <p14:modId xmlns:p14="http://schemas.microsoft.com/office/powerpoint/2010/main" val="1527644399"/>
              </p:ext>
            </p:extLst>
          </p:nvPr>
        </p:nvGraphicFramePr>
        <p:xfrm>
          <a:off x="4079965" y="637762"/>
          <a:ext cx="4204051" cy="5539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0"/>
            <a:ext cx="3490714"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2173707" cy="5576770"/>
          </a:xfrm>
        </p:spPr>
        <p:txBody>
          <a:bodyPr anchor="t">
            <a:normAutofit/>
          </a:bodyPr>
          <a:lstStyle/>
          <a:p>
            <a:pPr algn="l"/>
            <a:r>
              <a:rPr lang="en-US" sz="2800">
                <a:solidFill>
                  <a:schemeClr val="bg1"/>
                </a:solidFill>
              </a:rPr>
              <a:t>4. Team and Contributions</a:t>
            </a:r>
          </a:p>
        </p:txBody>
      </p:sp>
      <p:sp>
        <p:nvSpPr>
          <p:cNvPr id="11" name="Rectangle 10">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401" y="0"/>
            <a:ext cx="5654591"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7B2446A-3C46-C9AC-0849-E31ADC323CEB}"/>
              </a:ext>
            </a:extLst>
          </p:cNvPr>
          <p:cNvGraphicFramePr>
            <a:graphicFrameLocks noGrp="1"/>
          </p:cNvGraphicFramePr>
          <p:nvPr>
            <p:ph idx="1"/>
            <p:extLst>
              <p:ext uri="{D42A27DB-BD31-4B8C-83A1-F6EECF244321}">
                <p14:modId xmlns:p14="http://schemas.microsoft.com/office/powerpoint/2010/main" val="2739945602"/>
              </p:ext>
            </p:extLst>
          </p:nvPr>
        </p:nvGraphicFramePr>
        <p:xfrm>
          <a:off x="4079965" y="637762"/>
          <a:ext cx="4204051" cy="5539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4B77E0-F5CE-46F7-B7A7-ABFABDE14CDD}"/>
              </a:ext>
            </a:extLst>
          </p:cNvPr>
          <p:cNvPicPr>
            <a:picLocks noChangeAspect="1"/>
          </p:cNvPicPr>
          <p:nvPr/>
        </p:nvPicPr>
        <p:blipFill>
          <a:blip r:embed="rId2"/>
          <a:stretch>
            <a:fillRect/>
          </a:stretch>
        </p:blipFill>
        <p:spPr>
          <a:xfrm>
            <a:off x="124503" y="191320"/>
            <a:ext cx="2912830" cy="6475360"/>
          </a:xfrm>
          <a:prstGeom prst="rect">
            <a:avLst/>
          </a:prstGeom>
        </p:spPr>
      </p:pic>
      <p:pic>
        <p:nvPicPr>
          <p:cNvPr id="5" name="Picture 4">
            <a:extLst>
              <a:ext uri="{FF2B5EF4-FFF2-40B4-BE49-F238E27FC236}">
                <a16:creationId xmlns:a16="http://schemas.microsoft.com/office/drawing/2014/main" id="{F62FA6DF-D818-9D53-FE53-078F48B00DC6}"/>
              </a:ext>
            </a:extLst>
          </p:cNvPr>
          <p:cNvPicPr>
            <a:picLocks noChangeAspect="1"/>
          </p:cNvPicPr>
          <p:nvPr/>
        </p:nvPicPr>
        <p:blipFill>
          <a:blip r:embed="rId3"/>
          <a:stretch>
            <a:fillRect/>
          </a:stretch>
        </p:blipFill>
        <p:spPr>
          <a:xfrm>
            <a:off x="6106667" y="6654"/>
            <a:ext cx="2912830" cy="6660026"/>
          </a:xfrm>
          <a:prstGeom prst="rect">
            <a:avLst/>
          </a:prstGeom>
        </p:spPr>
      </p:pic>
      <p:sp>
        <p:nvSpPr>
          <p:cNvPr id="6" name="TextBox 5">
            <a:extLst>
              <a:ext uri="{FF2B5EF4-FFF2-40B4-BE49-F238E27FC236}">
                <a16:creationId xmlns:a16="http://schemas.microsoft.com/office/drawing/2014/main" id="{D24D7E2D-E467-FF11-2648-A845E9D2FD0F}"/>
              </a:ext>
            </a:extLst>
          </p:cNvPr>
          <p:cNvSpPr txBox="1"/>
          <p:nvPr/>
        </p:nvSpPr>
        <p:spPr>
          <a:xfrm>
            <a:off x="3140935" y="1828799"/>
            <a:ext cx="2862130" cy="923330"/>
          </a:xfrm>
          <a:prstGeom prst="rect">
            <a:avLst/>
          </a:prstGeom>
          <a:noFill/>
        </p:spPr>
        <p:txBody>
          <a:bodyPr wrap="none" rtlCol="0">
            <a:spAutoFit/>
          </a:bodyPr>
          <a:lstStyle/>
          <a:p>
            <a:r>
              <a:rPr lang="en-US" dirty="0"/>
              <a:t>Design Change while</a:t>
            </a:r>
          </a:p>
          <a:p>
            <a:r>
              <a:rPr lang="en-US" dirty="0"/>
              <a:t>Recording to make APK look</a:t>
            </a:r>
          </a:p>
          <a:p>
            <a:r>
              <a:rPr lang="en-US" dirty="0"/>
              <a:t>better</a:t>
            </a:r>
          </a:p>
        </p:txBody>
      </p:sp>
    </p:spTree>
    <p:extLst>
      <p:ext uri="{BB962C8B-B14F-4D97-AF65-F5344CB8AC3E}">
        <p14:creationId xmlns:p14="http://schemas.microsoft.com/office/powerpoint/2010/main" val="688162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96" y="1040837"/>
            <a:ext cx="3566211"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558" y="1029607"/>
            <a:ext cx="3566211"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970" y="934855"/>
            <a:ext cx="3566211"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6776" y="1877492"/>
            <a:ext cx="3022599" cy="3215373"/>
          </a:xfrm>
        </p:spPr>
        <p:txBody>
          <a:bodyPr>
            <a:normAutofit/>
          </a:bodyPr>
          <a:lstStyle/>
          <a:p>
            <a:r>
              <a:rPr lang="en-US">
                <a:solidFill>
                  <a:schemeClr val="bg1"/>
                </a:solidFill>
              </a:rPr>
              <a:t>6. Code Evidence &amp; Firebase</a:t>
            </a: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396390"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393" y="457812"/>
            <a:ext cx="685923"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393" y="457812"/>
            <a:ext cx="685923"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232" y="4946663"/>
            <a:ext cx="239955"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232" y="4946663"/>
            <a:ext cx="239955"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p:cNvSpPr>
            <a:spLocks noGrp="1"/>
          </p:cNvSpPr>
          <p:nvPr>
            <p:ph idx="1"/>
          </p:nvPr>
        </p:nvSpPr>
        <p:spPr>
          <a:xfrm>
            <a:off x="4676151" y="1130846"/>
            <a:ext cx="3912879" cy="4351338"/>
          </a:xfrm>
        </p:spPr>
        <p:txBody>
          <a:bodyPr>
            <a:normAutofit/>
          </a:bodyPr>
          <a:lstStyle/>
          <a:p>
            <a:r>
              <a:rPr lang="en-US" dirty="0" err="1">
                <a:solidFill>
                  <a:schemeClr val="bg1"/>
                </a:solidFill>
              </a:rPr>
              <a:t>Firestore</a:t>
            </a:r>
            <a:r>
              <a:rPr lang="en-US" dirty="0">
                <a:solidFill>
                  <a:schemeClr val="bg1"/>
                </a:solidFill>
              </a:rPr>
              <a:t> Atomic Transactions (Voting):</a:t>
            </a:r>
          </a:p>
          <a:p>
            <a:pPr>
              <a:defRPr sz="1400">
                <a:latin typeface="Courier New"/>
              </a:defRPr>
            </a:pPr>
            <a:r>
              <a:rPr lang="en-US" dirty="0">
                <a:solidFill>
                  <a:schemeClr val="bg1"/>
                </a:solidFill>
              </a:rPr>
              <a:t>await </a:t>
            </a:r>
            <a:r>
              <a:rPr lang="en-US" dirty="0" err="1">
                <a:solidFill>
                  <a:schemeClr val="bg1"/>
                </a:solidFill>
              </a:rPr>
              <a:t>db.runTransaction</a:t>
            </a:r>
            <a:r>
              <a:rPr lang="en-US" dirty="0">
                <a:solidFill>
                  <a:schemeClr val="bg1"/>
                </a:solidFill>
              </a:rPr>
              <a:t>((transaction) async {</a:t>
            </a:r>
            <a:br>
              <a:rPr lang="en-US" dirty="0">
                <a:solidFill>
                  <a:schemeClr val="bg1"/>
                </a:solidFill>
              </a:rPr>
            </a:br>
            <a:r>
              <a:rPr lang="en-US" dirty="0">
                <a:solidFill>
                  <a:schemeClr val="bg1"/>
                </a:solidFill>
              </a:rPr>
              <a:t>  final </a:t>
            </a:r>
            <a:r>
              <a:rPr lang="en-US" dirty="0" err="1">
                <a:solidFill>
                  <a:schemeClr val="bg1"/>
                </a:solidFill>
              </a:rPr>
              <a:t>songSnap</a:t>
            </a:r>
            <a:r>
              <a:rPr lang="en-US" dirty="0">
                <a:solidFill>
                  <a:schemeClr val="bg1"/>
                </a:solidFill>
              </a:rPr>
              <a:t> = await </a:t>
            </a:r>
            <a:r>
              <a:rPr lang="en-US" dirty="0" err="1">
                <a:solidFill>
                  <a:schemeClr val="bg1"/>
                </a:solidFill>
              </a:rPr>
              <a:t>transaction.get</a:t>
            </a:r>
            <a:r>
              <a:rPr lang="en-US" dirty="0">
                <a:solidFill>
                  <a:schemeClr val="bg1"/>
                </a:solidFill>
              </a:rPr>
              <a:t>(</a:t>
            </a:r>
            <a:r>
              <a:rPr lang="en-US" dirty="0" err="1">
                <a:solidFill>
                  <a:schemeClr val="bg1"/>
                </a:solidFill>
              </a:rPr>
              <a:t>songRef</a:t>
            </a:r>
            <a:r>
              <a:rPr lang="en-US" dirty="0">
                <a:solidFill>
                  <a:schemeClr val="bg1"/>
                </a:solidFill>
              </a:rPr>
              <a:t>);</a:t>
            </a:r>
            <a:br>
              <a:rPr lang="en-US" dirty="0">
                <a:solidFill>
                  <a:schemeClr val="bg1"/>
                </a:solidFill>
              </a:rPr>
            </a:br>
            <a:r>
              <a:rPr lang="en-US" dirty="0">
                <a:solidFill>
                  <a:schemeClr val="bg1"/>
                </a:solidFill>
              </a:rPr>
              <a:t>  int </a:t>
            </a:r>
            <a:r>
              <a:rPr lang="en-US" dirty="0" err="1">
                <a:solidFill>
                  <a:schemeClr val="bg1"/>
                </a:solidFill>
              </a:rPr>
              <a:t>currentScore</a:t>
            </a:r>
            <a:r>
              <a:rPr lang="en-US" dirty="0">
                <a:solidFill>
                  <a:schemeClr val="bg1"/>
                </a:solidFill>
              </a:rPr>
              <a:t> = </a:t>
            </a:r>
            <a:r>
              <a:rPr lang="en-US" dirty="0" err="1">
                <a:solidFill>
                  <a:schemeClr val="bg1"/>
                </a:solidFill>
              </a:rPr>
              <a:t>songSnap</a:t>
            </a:r>
            <a:r>
              <a:rPr lang="en-US" dirty="0">
                <a:solidFill>
                  <a:schemeClr val="bg1"/>
                </a:solidFill>
              </a:rPr>
              <a:t>['</a:t>
            </a:r>
            <a:r>
              <a:rPr lang="en-US" dirty="0" err="1">
                <a:solidFill>
                  <a:schemeClr val="bg1"/>
                </a:solidFill>
              </a:rPr>
              <a:t>voteScore</a:t>
            </a:r>
            <a:r>
              <a:rPr lang="en-US" dirty="0">
                <a:solidFill>
                  <a:schemeClr val="bg1"/>
                </a:solidFill>
              </a:rPr>
              <a:t>'] ?? 0;</a:t>
            </a:r>
            <a:br>
              <a:rPr lang="en-US" dirty="0">
                <a:solidFill>
                  <a:schemeClr val="bg1"/>
                </a:solidFill>
              </a:rPr>
            </a:br>
            <a:r>
              <a:rPr lang="en-US" dirty="0">
                <a:solidFill>
                  <a:schemeClr val="bg1"/>
                </a:solidFill>
              </a:rPr>
              <a:t>  </a:t>
            </a:r>
            <a:r>
              <a:rPr lang="en-US" dirty="0" err="1">
                <a:solidFill>
                  <a:schemeClr val="bg1"/>
                </a:solidFill>
              </a:rPr>
              <a:t>currentScore</a:t>
            </a:r>
            <a:r>
              <a:rPr lang="en-US" dirty="0">
                <a:solidFill>
                  <a:schemeClr val="bg1"/>
                </a:solidFill>
              </a:rPr>
              <a:t> += </a:t>
            </a:r>
            <a:r>
              <a:rPr lang="en-US" dirty="0" err="1">
                <a:solidFill>
                  <a:schemeClr val="bg1"/>
                </a:solidFill>
              </a:rPr>
              <a:t>voteValue</a:t>
            </a:r>
            <a:r>
              <a:rPr lang="en-US" dirty="0">
                <a:solidFill>
                  <a:schemeClr val="bg1"/>
                </a:solidFill>
              </a:rPr>
              <a:t>;</a:t>
            </a:r>
            <a:br>
              <a:rPr lang="en-US" dirty="0">
                <a:solidFill>
                  <a:schemeClr val="bg1"/>
                </a:solidFill>
              </a:rPr>
            </a:br>
            <a:r>
              <a:rPr lang="en-US" dirty="0">
                <a:solidFill>
                  <a:schemeClr val="bg1"/>
                </a:solidFill>
              </a:rPr>
              <a:t>  </a:t>
            </a:r>
            <a:r>
              <a:rPr lang="en-US" dirty="0" err="1">
                <a:solidFill>
                  <a:schemeClr val="bg1"/>
                </a:solidFill>
              </a:rPr>
              <a:t>transaction.update</a:t>
            </a:r>
            <a:r>
              <a:rPr lang="en-US" dirty="0">
                <a:solidFill>
                  <a:schemeClr val="bg1"/>
                </a:solidFill>
              </a:rPr>
              <a:t>(</a:t>
            </a:r>
            <a:r>
              <a:rPr lang="en-US" dirty="0" err="1">
                <a:solidFill>
                  <a:schemeClr val="bg1"/>
                </a:solidFill>
              </a:rPr>
              <a:t>songRef</a:t>
            </a:r>
            <a:r>
              <a:rPr lang="en-US" dirty="0">
                <a:solidFill>
                  <a:schemeClr val="bg1"/>
                </a:solidFill>
              </a:rPr>
              <a:t>, {'</a:t>
            </a:r>
            <a:r>
              <a:rPr lang="en-US" dirty="0" err="1">
                <a:solidFill>
                  <a:schemeClr val="bg1"/>
                </a:solidFill>
              </a:rPr>
              <a:t>voteScore</a:t>
            </a:r>
            <a:r>
              <a:rPr lang="en-US" dirty="0">
                <a:solidFill>
                  <a:schemeClr val="bg1"/>
                </a:solidFill>
              </a:rPr>
              <a:t>': </a:t>
            </a:r>
            <a:r>
              <a:rPr lang="en-US" dirty="0" err="1">
                <a:solidFill>
                  <a:schemeClr val="bg1"/>
                </a:solidFill>
              </a:rPr>
              <a:t>currentScore</a:t>
            </a:r>
            <a:r>
              <a:rPr lang="en-US" dirty="0">
                <a:solidFill>
                  <a:schemeClr val="bg1"/>
                </a:solidFill>
              </a:rPr>
              <a:t>});</a:t>
            </a:r>
            <a:br>
              <a:rPr lang="en-US" dirty="0">
                <a:solidFill>
                  <a:schemeClr val="bg1"/>
                </a:solidFill>
              </a:rPr>
            </a:br>
            <a:r>
              <a:rPr lang="en-US" dirty="0">
                <a:solidFill>
                  <a:schemeClr val="bg1"/>
                </a:solidFill>
              </a:rPr>
              <a:t>});</a:t>
            </a: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59174" y="6139464"/>
            <a:ext cx="790849"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037EB5-E535-6ECF-66A4-4F005E4C867D}"/>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Prosper’s Commits</a:t>
            </a:r>
          </a:p>
        </p:txBody>
      </p:sp>
      <p:pic>
        <p:nvPicPr>
          <p:cNvPr id="5" name="Content Placeholder 4">
            <a:extLst>
              <a:ext uri="{FF2B5EF4-FFF2-40B4-BE49-F238E27FC236}">
                <a16:creationId xmlns:a16="http://schemas.microsoft.com/office/drawing/2014/main" id="{7D0F50EB-01BA-D8FB-D46C-D9F60CD40108}"/>
              </a:ext>
            </a:extLst>
          </p:cNvPr>
          <p:cNvPicPr>
            <a:picLocks noGrp="1" noChangeAspect="1"/>
          </p:cNvPicPr>
          <p:nvPr>
            <p:ph idx="1"/>
          </p:nvPr>
        </p:nvPicPr>
        <p:blipFill>
          <a:blip r:embed="rId2"/>
          <a:stretch>
            <a:fillRect/>
          </a:stretch>
        </p:blipFill>
        <p:spPr>
          <a:xfrm>
            <a:off x="482600" y="1704945"/>
            <a:ext cx="8178799" cy="4334763"/>
          </a:xfrm>
          <a:prstGeom prst="rect">
            <a:avLst/>
          </a:prstGeom>
        </p:spPr>
      </p:pic>
    </p:spTree>
    <p:extLst>
      <p:ext uri="{BB962C8B-B14F-4D97-AF65-F5344CB8AC3E}">
        <p14:creationId xmlns:p14="http://schemas.microsoft.com/office/powerpoint/2010/main" val="4066778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39175A-B4BF-7BC7-2284-8002A7BA0844}"/>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43BAC7-91F8-6AAF-4E1E-7E064258B1C2}"/>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Jabril’s Commits</a:t>
            </a:r>
          </a:p>
        </p:txBody>
      </p:sp>
      <p:pic>
        <p:nvPicPr>
          <p:cNvPr id="11" name="Content Placeholder 10">
            <a:extLst>
              <a:ext uri="{FF2B5EF4-FFF2-40B4-BE49-F238E27FC236}">
                <a16:creationId xmlns:a16="http://schemas.microsoft.com/office/drawing/2014/main" id="{2F8DBB87-BF46-4B96-DF6A-882FC8ECAD11}"/>
              </a:ext>
            </a:extLst>
          </p:cNvPr>
          <p:cNvPicPr>
            <a:picLocks noGrp="1" noChangeAspect="1"/>
          </p:cNvPicPr>
          <p:nvPr>
            <p:ph idx="1"/>
          </p:nvPr>
        </p:nvPicPr>
        <p:blipFill>
          <a:blip r:embed="rId2"/>
          <a:stretch>
            <a:fillRect/>
          </a:stretch>
        </p:blipFill>
        <p:spPr>
          <a:xfrm>
            <a:off x="482600" y="1888968"/>
            <a:ext cx="8565939" cy="4154480"/>
          </a:xfrm>
          <a:prstGeom prst="rect">
            <a:avLst/>
          </a:prstGeom>
        </p:spPr>
      </p:pic>
    </p:spTree>
    <p:extLst>
      <p:ext uri="{BB962C8B-B14F-4D97-AF65-F5344CB8AC3E}">
        <p14:creationId xmlns:p14="http://schemas.microsoft.com/office/powerpoint/2010/main" val="1667234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6DF43E-AD9F-F39A-6253-E9BB9B4AAB6E}"/>
              </a:ext>
            </a:extLst>
          </p:cNvPr>
          <p:cNvSpPr>
            <a:spLocks noGrp="1"/>
          </p:cNvSpPr>
          <p:nvPr>
            <p:ph type="title"/>
          </p:nvPr>
        </p:nvSpPr>
        <p:spPr>
          <a:xfrm>
            <a:off x="628650" y="1195697"/>
            <a:ext cx="2400300" cy="4238118"/>
          </a:xfrm>
        </p:spPr>
        <p:txBody>
          <a:bodyPr>
            <a:normAutofit/>
          </a:bodyPr>
          <a:lstStyle/>
          <a:p>
            <a:r>
              <a:rPr lang="en-US" b="1" dirty="0">
                <a:solidFill>
                  <a:schemeClr val="bg1"/>
                </a:solidFill>
              </a:rPr>
              <a:t>Question 1</a:t>
            </a:r>
            <a:br>
              <a:rPr lang="en-US" b="1" dirty="0">
                <a:solidFill>
                  <a:schemeClr val="bg1"/>
                </a:solidFill>
              </a:rPr>
            </a:br>
            <a:br>
              <a:rPr lang="en-US" dirty="0">
                <a:solidFill>
                  <a:schemeClr val="bg1"/>
                </a:solidFill>
              </a:rPr>
            </a:br>
            <a:endParaRPr lang="en-US" dirty="0">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832674A1-F252-5F37-CBC4-2C57A5260BEF}"/>
              </a:ext>
            </a:extLst>
          </p:cNvPr>
          <p:cNvGraphicFramePr>
            <a:graphicFrameLocks noGrp="1"/>
          </p:cNvGraphicFramePr>
          <p:nvPr>
            <p:ph idx="1"/>
            <p:extLst>
              <p:ext uri="{D42A27DB-BD31-4B8C-83A1-F6EECF244321}">
                <p14:modId xmlns:p14="http://schemas.microsoft.com/office/powerpoint/2010/main" val="2202418337"/>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8350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1A574F-C317-EF87-0BC1-E8C6A691F81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D0DD20-22A7-ABDB-93D6-FD4F2E4A4D8F}"/>
              </a:ext>
            </a:extLst>
          </p:cNvPr>
          <p:cNvSpPr>
            <a:spLocks noGrp="1"/>
          </p:cNvSpPr>
          <p:nvPr>
            <p:ph type="title"/>
          </p:nvPr>
        </p:nvSpPr>
        <p:spPr>
          <a:xfrm>
            <a:off x="628650" y="1195697"/>
            <a:ext cx="2400300" cy="4238118"/>
          </a:xfrm>
        </p:spPr>
        <p:txBody>
          <a:bodyPr>
            <a:normAutofit/>
          </a:bodyPr>
          <a:lstStyle/>
          <a:p>
            <a:r>
              <a:rPr lang="en-US" b="1" dirty="0">
                <a:solidFill>
                  <a:schemeClr val="bg1"/>
                </a:solidFill>
              </a:rPr>
              <a:t>Question 2</a:t>
            </a:r>
            <a:br>
              <a:rPr lang="en-US" b="1" dirty="0">
                <a:solidFill>
                  <a:schemeClr val="bg1"/>
                </a:solidFill>
              </a:rPr>
            </a:br>
            <a:br>
              <a:rPr lang="en-US" dirty="0">
                <a:solidFill>
                  <a:schemeClr val="bg1"/>
                </a:solidFill>
              </a:rPr>
            </a:br>
            <a:endParaRPr lang="en-US" dirty="0">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D7BC2B11-D8BD-C20B-CBA0-B2BBE953EF9D}"/>
              </a:ext>
            </a:extLst>
          </p:cNvPr>
          <p:cNvGraphicFramePr>
            <a:graphicFrameLocks noGrp="1"/>
          </p:cNvGraphicFramePr>
          <p:nvPr>
            <p:ph idx="1"/>
            <p:extLst>
              <p:ext uri="{D42A27DB-BD31-4B8C-83A1-F6EECF244321}">
                <p14:modId xmlns:p14="http://schemas.microsoft.com/office/powerpoint/2010/main" val="3893984728"/>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816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0DF94B-BC61-558E-ABC4-4B25608B72E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40D7B1-89A6-67F0-8569-FF457BB2DD08}"/>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3</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125102E9-DE77-98CE-BC6E-48F52CBF82B2}"/>
              </a:ext>
            </a:extLst>
          </p:cNvPr>
          <p:cNvGraphicFramePr>
            <a:graphicFrameLocks noGrp="1"/>
          </p:cNvGraphicFramePr>
          <p:nvPr>
            <p:ph idx="1"/>
            <p:extLst>
              <p:ext uri="{D42A27DB-BD31-4B8C-83A1-F6EECF244321}">
                <p14:modId xmlns:p14="http://schemas.microsoft.com/office/powerpoint/2010/main" val="1762562250"/>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2080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600AD02-2D39-3B75-D0C2-A235885408BB}"/>
              </a:ext>
            </a:extLst>
          </p:cNvPr>
          <p:cNvSpPr>
            <a:spLocks noGrp="1"/>
          </p:cNvSpPr>
          <p:nvPr>
            <p:ph type="title"/>
          </p:nvPr>
        </p:nvSpPr>
        <p:spPr>
          <a:xfrm>
            <a:off x="628650" y="1195697"/>
            <a:ext cx="2400300" cy="4238118"/>
          </a:xfrm>
        </p:spPr>
        <p:txBody>
          <a:bodyPr>
            <a:normAutofit/>
          </a:bodyPr>
          <a:lstStyle/>
          <a:p>
            <a:r>
              <a:rPr lang="en-US">
                <a:solidFill>
                  <a:schemeClr val="bg1"/>
                </a:solidFill>
              </a:rPr>
              <a:t>Question 4</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B2E0FAE5-0C94-4F1F-4AA4-AC49E631F3EC}"/>
              </a:ext>
            </a:extLst>
          </p:cNvPr>
          <p:cNvGraphicFramePr>
            <a:graphicFrameLocks noGrp="1"/>
          </p:cNvGraphicFramePr>
          <p:nvPr>
            <p:ph idx="1"/>
            <p:extLst>
              <p:ext uri="{D42A27DB-BD31-4B8C-83A1-F6EECF244321}">
                <p14:modId xmlns:p14="http://schemas.microsoft.com/office/powerpoint/2010/main" val="3634079987"/>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7139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ED7C3A-7FB9-2252-65A1-D10C2B08AF4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928A05-C4F5-81BF-2C52-D4804DC81785}"/>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5</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AE4C1325-3C27-25E0-B37F-35F2496DCEE5}"/>
              </a:ext>
            </a:extLst>
          </p:cNvPr>
          <p:cNvGraphicFramePr>
            <a:graphicFrameLocks noGrp="1"/>
          </p:cNvGraphicFramePr>
          <p:nvPr>
            <p:ph idx="1"/>
            <p:extLst>
              <p:ext uri="{D42A27DB-BD31-4B8C-83A1-F6EECF244321}">
                <p14:modId xmlns:p14="http://schemas.microsoft.com/office/powerpoint/2010/main" val="3458692029"/>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0881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EF5FA5-EF82-2D23-8CA2-37CA41283AE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362EC7-AF45-EA43-8038-3B1EC09AE353}"/>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6</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3D59291F-6EA0-F3A7-39F9-AD6BC11DFCBC}"/>
              </a:ext>
            </a:extLst>
          </p:cNvPr>
          <p:cNvGraphicFramePr>
            <a:graphicFrameLocks noGrp="1"/>
          </p:cNvGraphicFramePr>
          <p:nvPr>
            <p:ph idx="1"/>
            <p:extLst>
              <p:ext uri="{D42A27DB-BD31-4B8C-83A1-F6EECF244321}">
                <p14:modId xmlns:p14="http://schemas.microsoft.com/office/powerpoint/2010/main" val="134017703"/>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5050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C8250A-04C3-2E65-B77B-7C87D12DA6E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D88AF7-9D6C-3332-35F8-7280A7109E9B}"/>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7</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E3B29366-10B5-3FF7-3FE1-607B1699E514}"/>
              </a:ext>
            </a:extLst>
          </p:cNvPr>
          <p:cNvGraphicFramePr>
            <a:graphicFrameLocks noGrp="1"/>
          </p:cNvGraphicFramePr>
          <p:nvPr>
            <p:ph idx="1"/>
            <p:extLst>
              <p:ext uri="{D42A27DB-BD31-4B8C-83A1-F6EECF244321}">
                <p14:modId xmlns:p14="http://schemas.microsoft.com/office/powerpoint/2010/main" val="1301393776"/>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076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487870-9507-4A37-F9C2-C0F604137DE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414A39-BE1B-7CED-C281-6A19105EC3FF}"/>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8</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22AB5849-ABB6-E974-DE2A-13B3DF64F2A8}"/>
              </a:ext>
            </a:extLst>
          </p:cNvPr>
          <p:cNvGraphicFramePr>
            <a:graphicFrameLocks noGrp="1"/>
          </p:cNvGraphicFramePr>
          <p:nvPr>
            <p:ph idx="1"/>
            <p:extLst>
              <p:ext uri="{D42A27DB-BD31-4B8C-83A1-F6EECF244321}">
                <p14:modId xmlns:p14="http://schemas.microsoft.com/office/powerpoint/2010/main" val="2475574845"/>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3664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B1AF99-3D95-ABC0-1E82-2B3FB163C32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769B1B-B682-A8E1-5DD7-4B49CCFCDFE6}"/>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9</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D0B27EFC-2084-5D65-1E2A-1327973AC9FE}"/>
              </a:ext>
            </a:extLst>
          </p:cNvPr>
          <p:cNvGraphicFramePr>
            <a:graphicFrameLocks noGrp="1"/>
          </p:cNvGraphicFramePr>
          <p:nvPr>
            <p:ph idx="1"/>
            <p:extLst>
              <p:ext uri="{D42A27DB-BD31-4B8C-83A1-F6EECF244321}">
                <p14:modId xmlns:p14="http://schemas.microsoft.com/office/powerpoint/2010/main" val="400003748"/>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5600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B411AA-553F-74C4-C521-FDC3457D8F0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FB46DA-4933-DBE3-276F-3A15032FF1E4}"/>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10</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E04920F1-78D6-A579-EA49-4C39754826C0}"/>
              </a:ext>
            </a:extLst>
          </p:cNvPr>
          <p:cNvGraphicFramePr>
            <a:graphicFrameLocks noGrp="1"/>
          </p:cNvGraphicFramePr>
          <p:nvPr>
            <p:ph idx="1"/>
            <p:extLst>
              <p:ext uri="{D42A27DB-BD31-4B8C-83A1-F6EECF244321}">
                <p14:modId xmlns:p14="http://schemas.microsoft.com/office/powerpoint/2010/main" val="2058417600"/>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1934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42FAB9-83C2-81A9-C156-A9AFB11F5AF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3E160E-FC96-0389-CCC3-5D431E151253}"/>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11</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1938030A-9333-E19D-4A98-54B1D0392114}"/>
              </a:ext>
            </a:extLst>
          </p:cNvPr>
          <p:cNvGraphicFramePr>
            <a:graphicFrameLocks noGrp="1"/>
          </p:cNvGraphicFramePr>
          <p:nvPr>
            <p:ph idx="1"/>
            <p:extLst>
              <p:ext uri="{D42A27DB-BD31-4B8C-83A1-F6EECF244321}">
                <p14:modId xmlns:p14="http://schemas.microsoft.com/office/powerpoint/2010/main" val="3646147440"/>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2450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37E833-5F7A-18AC-FCC9-FB6D9CB0214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10B12C-988D-B5EF-D3DB-EA0C669B3C49}"/>
              </a:ext>
            </a:extLst>
          </p:cNvPr>
          <p:cNvSpPr>
            <a:spLocks noGrp="1"/>
          </p:cNvSpPr>
          <p:nvPr>
            <p:ph type="title"/>
          </p:nvPr>
        </p:nvSpPr>
        <p:spPr>
          <a:xfrm>
            <a:off x="628650" y="1195697"/>
            <a:ext cx="2400300" cy="4238118"/>
          </a:xfrm>
        </p:spPr>
        <p:txBody>
          <a:bodyPr>
            <a:normAutofit/>
          </a:bodyPr>
          <a:lstStyle/>
          <a:p>
            <a:r>
              <a:rPr lang="en-US" b="1">
                <a:solidFill>
                  <a:schemeClr val="bg1"/>
                </a:solidFill>
              </a:rPr>
              <a:t>Question 12</a:t>
            </a:r>
            <a:br>
              <a:rPr lang="en-US" b="1">
                <a:solidFill>
                  <a:schemeClr val="bg1"/>
                </a:solidFill>
              </a:rPr>
            </a:br>
            <a:br>
              <a:rPr lang="en-US">
                <a:solidFill>
                  <a:schemeClr val="bg1"/>
                </a:solidFill>
              </a:rPr>
            </a:br>
            <a:endParaRPr lang="en-US">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BCEEC87F-5214-86B1-D4B2-A48812914DE5}"/>
              </a:ext>
            </a:extLst>
          </p:cNvPr>
          <p:cNvGraphicFramePr>
            <a:graphicFrameLocks noGrp="1"/>
          </p:cNvGraphicFramePr>
          <p:nvPr>
            <p:ph idx="1"/>
            <p:extLst>
              <p:ext uri="{D42A27DB-BD31-4B8C-83A1-F6EECF244321}">
                <p14:modId xmlns:p14="http://schemas.microsoft.com/office/powerpoint/2010/main" val="3611756841"/>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0085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TotalTime>
  <Words>1152</Words>
  <Application>Microsoft Office PowerPoint</Application>
  <PresentationFormat>On-screen Show (4:3)</PresentationFormat>
  <Paragraphs>69</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Vibzcheck: Collaborative Music App</vt:lpstr>
      <vt:lpstr>1. Problem and Objectives</vt:lpstr>
      <vt:lpstr>2. Design and Architecture</vt:lpstr>
      <vt:lpstr>3. Testing and Validation</vt:lpstr>
      <vt:lpstr>4. Team and Contributions</vt:lpstr>
      <vt:lpstr>PowerPoint Presentation</vt:lpstr>
      <vt:lpstr>6. Code Evidence &amp; Firebase</vt:lpstr>
      <vt:lpstr>Prosper’s Commits</vt:lpstr>
      <vt:lpstr>Jabril’s Commits</vt:lpstr>
      <vt:lpstr>Question 1  </vt:lpstr>
      <vt:lpstr>Question 2  </vt:lpstr>
      <vt:lpstr>Question 3  </vt:lpstr>
      <vt:lpstr>Question 4</vt:lpstr>
      <vt:lpstr>Question 5  </vt:lpstr>
      <vt:lpstr>Question 6  </vt:lpstr>
      <vt:lpstr>Question 7  </vt:lpstr>
      <vt:lpstr>Question 8  </vt:lpstr>
      <vt:lpstr>Question 9  </vt:lpstr>
      <vt:lpstr>Question 10  </vt:lpstr>
      <vt:lpstr>Question 11  </vt:lpstr>
      <vt:lpstr>Question 12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Prosper Olusegun-Joseph</cp:lastModifiedBy>
  <cp:revision>3</cp:revision>
  <dcterms:created xsi:type="dcterms:W3CDTF">2013-01-27T09:14:16Z</dcterms:created>
  <dcterms:modified xsi:type="dcterms:W3CDTF">2026-05-03T23:24:52Z</dcterms:modified>
  <cp:category/>
</cp:coreProperties>
</file>